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76" r:id="rId2"/>
    <p:sldId id="271" r:id="rId3"/>
    <p:sldId id="279" r:id="rId4"/>
    <p:sldId id="272" r:id="rId5"/>
    <p:sldId id="280" r:id="rId6"/>
    <p:sldId id="256" r:id="rId7"/>
    <p:sldId id="258" r:id="rId8"/>
    <p:sldId id="275" r:id="rId9"/>
    <p:sldId id="264" r:id="rId10"/>
    <p:sldId id="278" r:id="rId11"/>
    <p:sldId id="277" r:id="rId12"/>
  </p:sldIdLst>
  <p:sldSz cx="7129463" cy="10329863"/>
  <p:notesSz cx="6735763" cy="9866313"/>
  <p:embeddedFontLst>
    <p:embeddedFont>
      <p:font typeface="Calibri" pitchFamily="34" charset="0"/>
      <p:regular r:id="rId15"/>
      <p:bold r:id="rId16"/>
      <p:italic r:id="rId17"/>
      <p:boldItalic r:id="rId18"/>
    </p:embeddedFont>
    <p:embeddedFont>
      <p:font typeface="맑은 고딕" pitchFamily="50" charset="-127"/>
      <p:regular r:id="rId19"/>
      <p:bold r:id="rId20"/>
    </p:embeddedFont>
    <p:embeddedFont>
      <p:font typeface="Corbel" pitchFamily="34" charset="0"/>
      <p:regular r:id="rId21"/>
      <p:bold r:id="rId22"/>
      <p:italic r:id="rId23"/>
      <p:boldItalic r:id="rId24"/>
    </p:embeddedFont>
    <p:embeddedFont>
      <p:font typeface="A little sunshine" pitchFamily="2" charset="0"/>
      <p:regular r:id="rId25"/>
    </p:embeddedFont>
  </p:embeddedFontLst>
  <p:defaultTextStyle>
    <a:defPPr>
      <a:defRPr lang="en-US"/>
    </a:defPPr>
    <a:lvl1pPr marL="0" algn="l" defTabSz="47612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76128" algn="l" defTabSz="47612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52256" algn="l" defTabSz="47612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428384" algn="l" defTabSz="47612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904512" algn="l" defTabSz="47612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380640" algn="l" defTabSz="47612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856768" algn="l" defTabSz="47612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332897" algn="l" defTabSz="47612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809025" algn="l" defTabSz="47612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acher's Pages" id="{960047ED-F51D-453C-90FA-A5CF5B41A7E0}">
          <p14:sldIdLst>
            <p14:sldId id="276"/>
            <p14:sldId id="271"/>
            <p14:sldId id="279"/>
            <p14:sldId id="272"/>
            <p14:sldId id="280"/>
          </p14:sldIdLst>
        </p14:section>
        <p14:section name="Warm-up" id="{794A0B61-7222-43B7-A4D7-26C375AABBB9}">
          <p14:sldIdLst>
            <p14:sldId id="256"/>
          </p14:sldIdLst>
        </p14:section>
        <p14:section name="Practice" id="{96259867-702C-4E92-8161-6FFE7E64802D}">
          <p14:sldIdLst>
            <p14:sldId id="258"/>
            <p14:sldId id="275"/>
          </p14:sldIdLst>
        </p14:section>
        <p14:section name="Production" id="{E4E194D6-C01B-4743-AEDB-EBAFABDD4BA4}">
          <p14:sldIdLst>
            <p14:sldId id="264"/>
            <p14:sldId id="278"/>
          </p14:sldIdLst>
        </p14:section>
        <p14:section name="Closure" id="{8C129936-F842-4895-80F7-52125694008D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254">
          <p15:clr>
            <a:srgbClr val="A4A3A4"/>
          </p15:clr>
        </p15:guide>
        <p15:guide id="4" pos="224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107">
          <p15:clr>
            <a:srgbClr val="A4A3A4"/>
          </p15:clr>
        </p15:guide>
        <p15:guide id="2" pos="212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6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B433D1-5135-4881-A438-9FF160B8BF5F}" v="28" dt="2025-12-02T10:53:36.0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8830" autoAdjust="0"/>
    <p:restoredTop sz="94660" autoAdjust="0"/>
  </p:normalViewPr>
  <p:slideViewPr>
    <p:cSldViewPr snapToGrid="0">
      <p:cViewPr>
        <p:scale>
          <a:sx n="83" d="100"/>
          <a:sy n="83" d="100"/>
        </p:scale>
        <p:origin x="-2790" y="-42"/>
      </p:cViewPr>
      <p:guideLst>
        <p:guide orient="horz" pos="3120"/>
        <p:guide orient="horz" pos="3254"/>
        <p:guide pos="2160"/>
        <p:guide pos="22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-3864" y="-84"/>
      </p:cViewPr>
      <p:guideLst>
        <p:guide orient="horz" pos="3107"/>
        <p:guide pos="212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YB Yeongtong" userId="0acggs2RhghSbH/ikaymTh+erwsqTUE4ExKGM5TsstQ=" providerId="None" clId="Web-{5BB433D1-5135-4881-A438-9FF160B8BF5F}"/>
    <pc:docChg chg="modSld">
      <pc:chgData name="DYB Yeongtong" userId="0acggs2RhghSbH/ikaymTh+erwsqTUE4ExKGM5TsstQ=" providerId="None" clId="Web-{5BB433D1-5135-4881-A438-9FF160B8BF5F}" dt="2025-12-02T10:53:35.752" v="25"/>
      <pc:docMkLst>
        <pc:docMk/>
      </pc:docMkLst>
      <pc:sldChg chg="addSp delSp">
        <pc:chgData name="DYB Yeongtong" userId="0acggs2RhghSbH/ikaymTh+erwsqTUE4ExKGM5TsstQ=" providerId="None" clId="Web-{5BB433D1-5135-4881-A438-9FF160B8BF5F}" dt="2025-12-02T10:53:33.314" v="17"/>
        <pc:sldMkLst>
          <pc:docMk/>
          <pc:sldMk cId="891834054" sldId="256"/>
        </pc:sldMkLst>
        <pc:spChg chg="add del">
          <ac:chgData name="DYB Yeongtong" userId="0acggs2RhghSbH/ikaymTh+erwsqTUE4ExKGM5TsstQ=" providerId="None" clId="Web-{5BB433D1-5135-4881-A438-9FF160B8BF5F}" dt="2025-12-02T10:53:33.314" v="17"/>
          <ac:spMkLst>
            <pc:docMk/>
            <pc:sldMk cId="891834054" sldId="256"/>
            <ac:spMk id="5" creationId="{00000000-0000-0000-0000-000000000000}"/>
          </ac:spMkLst>
        </pc:spChg>
      </pc:sldChg>
      <pc:sldChg chg="addSp delSp">
        <pc:chgData name="DYB Yeongtong" userId="0acggs2RhghSbH/ikaymTh+erwsqTUE4ExKGM5TsstQ=" providerId="None" clId="Web-{5BB433D1-5135-4881-A438-9FF160B8BF5F}" dt="2025-12-02T10:53:32.830" v="15"/>
        <pc:sldMkLst>
          <pc:docMk/>
          <pc:sldMk cId="3433630018" sldId="264"/>
        </pc:sldMkLst>
        <pc:spChg chg="add del">
          <ac:chgData name="DYB Yeongtong" userId="0acggs2RhghSbH/ikaymTh+erwsqTUE4ExKGM5TsstQ=" providerId="None" clId="Web-{5BB433D1-5135-4881-A438-9FF160B8BF5F}" dt="2025-12-02T10:53:32.830" v="15"/>
          <ac:spMkLst>
            <pc:docMk/>
            <pc:sldMk cId="3433630018" sldId="264"/>
            <ac:spMk id="13" creationId="{00000000-0000-0000-0000-000000000000}"/>
          </ac:spMkLst>
        </pc:spChg>
      </pc:sldChg>
      <pc:sldChg chg="addSp delSp">
        <pc:chgData name="DYB Yeongtong" userId="0acggs2RhghSbH/ikaymTh+erwsqTUE4ExKGM5TsstQ=" providerId="None" clId="Web-{5BB433D1-5135-4881-A438-9FF160B8BF5F}" dt="2025-12-02T10:53:34.424" v="21"/>
        <pc:sldMkLst>
          <pc:docMk/>
          <pc:sldMk cId="3620555481" sldId="271"/>
        </pc:sldMkLst>
        <pc:spChg chg="add del">
          <ac:chgData name="DYB Yeongtong" userId="0acggs2RhghSbH/ikaymTh+erwsqTUE4ExKGM5TsstQ=" providerId="None" clId="Web-{5BB433D1-5135-4881-A438-9FF160B8BF5F}" dt="2025-12-02T10:53:34.424" v="21"/>
          <ac:spMkLst>
            <pc:docMk/>
            <pc:sldMk cId="3620555481" sldId="271"/>
            <ac:spMk id="16" creationId="{8D4A30C4-2072-220B-A8D8-F28EEB2F869B}"/>
          </ac:spMkLst>
        </pc:spChg>
        <pc:spChg chg="add del">
          <ac:chgData name="DYB Yeongtong" userId="0acggs2RhghSbH/ikaymTh+erwsqTUE4ExKGM5TsstQ=" providerId="None" clId="Web-{5BB433D1-5135-4881-A438-9FF160B8BF5F}" dt="2025-12-02T10:53:34.080" v="20"/>
          <ac:spMkLst>
            <pc:docMk/>
            <pc:sldMk cId="3620555481" sldId="271"/>
            <ac:spMk id="17" creationId="{11EBDA4B-1192-0DBC-25D5-A15BF19420BD}"/>
          </ac:spMkLst>
        </pc:spChg>
        <pc:spChg chg="add del">
          <ac:chgData name="DYB Yeongtong" userId="0acggs2RhghSbH/ikaymTh+erwsqTUE4ExKGM5TsstQ=" providerId="None" clId="Web-{5BB433D1-5135-4881-A438-9FF160B8BF5F}" dt="2025-12-02T10:53:33.877" v="19"/>
          <ac:spMkLst>
            <pc:docMk/>
            <pc:sldMk cId="3620555481" sldId="271"/>
            <ac:spMk id="18" creationId="{23A954BE-357D-D7A6-7D3B-071687103BA3}"/>
          </ac:spMkLst>
        </pc:spChg>
      </pc:sldChg>
      <pc:sldChg chg="addSp delSp">
        <pc:chgData name="DYB Yeongtong" userId="0acggs2RhghSbH/ikaymTh+erwsqTUE4ExKGM5TsstQ=" providerId="None" clId="Web-{5BB433D1-5135-4881-A438-9FF160B8BF5F}" dt="2025-12-02T10:53:33.642" v="18"/>
        <pc:sldMkLst>
          <pc:docMk/>
          <pc:sldMk cId="2244821145" sldId="272"/>
        </pc:sldMkLst>
        <pc:spChg chg="add del">
          <ac:chgData name="DYB Yeongtong" userId="0acggs2RhghSbH/ikaymTh+erwsqTUE4ExKGM5TsstQ=" providerId="None" clId="Web-{5BB433D1-5135-4881-A438-9FF160B8BF5F}" dt="2025-12-02T10:53:33.642" v="18"/>
          <ac:spMkLst>
            <pc:docMk/>
            <pc:sldMk cId="2244821145" sldId="272"/>
            <ac:spMk id="11" creationId="{F8CCB399-4A57-C68E-32DC-F39246ED2CAF}"/>
          </ac:spMkLst>
        </pc:spChg>
      </pc:sldChg>
      <pc:sldChg chg="addSp delSp">
        <pc:chgData name="DYB Yeongtong" userId="0acggs2RhghSbH/ikaymTh+erwsqTUE4ExKGM5TsstQ=" providerId="None" clId="Web-{5BB433D1-5135-4881-A438-9FF160B8BF5F}" dt="2025-12-02T10:53:32.955" v="16"/>
        <pc:sldMkLst>
          <pc:docMk/>
          <pc:sldMk cId="482828150" sldId="275"/>
        </pc:sldMkLst>
        <pc:spChg chg="add del">
          <ac:chgData name="DYB Yeongtong" userId="0acggs2RhghSbH/ikaymTh+erwsqTUE4ExKGM5TsstQ=" providerId="None" clId="Web-{5BB433D1-5135-4881-A438-9FF160B8BF5F}" dt="2025-12-02T10:53:32.955" v="16"/>
          <ac:spMkLst>
            <pc:docMk/>
            <pc:sldMk cId="482828150" sldId="275"/>
            <ac:spMk id="5" creationId="{00000000-0000-0000-0000-000000000000}"/>
          </ac:spMkLst>
        </pc:spChg>
      </pc:sldChg>
      <pc:sldChg chg="addSp delSp">
        <pc:chgData name="DYB Yeongtong" userId="0acggs2RhghSbH/ikaymTh+erwsqTUE4ExKGM5TsstQ=" providerId="None" clId="Web-{5BB433D1-5135-4881-A438-9FF160B8BF5F}" dt="2025-12-02T10:53:35.752" v="25"/>
        <pc:sldMkLst>
          <pc:docMk/>
          <pc:sldMk cId="148757014" sldId="276"/>
        </pc:sldMkLst>
        <pc:spChg chg="add del">
          <ac:chgData name="DYB Yeongtong" userId="0acggs2RhghSbH/ikaymTh+erwsqTUE4ExKGM5TsstQ=" providerId="None" clId="Web-{5BB433D1-5135-4881-A438-9FF160B8BF5F}" dt="2025-12-02T10:53:35.064" v="23"/>
          <ac:spMkLst>
            <pc:docMk/>
            <pc:sldMk cId="148757014" sldId="276"/>
            <ac:spMk id="9" creationId="{F8CCB399-4A57-C68E-32DC-F39246ED2CAF}"/>
          </ac:spMkLst>
        </pc:spChg>
        <pc:spChg chg="add del">
          <ac:chgData name="DYB Yeongtong" userId="0acggs2RhghSbH/ikaymTh+erwsqTUE4ExKGM5TsstQ=" providerId="None" clId="Web-{5BB433D1-5135-4881-A438-9FF160B8BF5F}" dt="2025-12-02T10:53:35.752" v="25"/>
          <ac:spMkLst>
            <pc:docMk/>
            <pc:sldMk cId="148757014" sldId="276"/>
            <ac:spMk id="13" creationId="{CCCCBBF9-1E1E-9D47-669A-BD2FFA5706A0}"/>
          </ac:spMkLst>
        </pc:spChg>
        <pc:spChg chg="add del">
          <ac:chgData name="DYB Yeongtong" userId="0acggs2RhghSbH/ikaymTh+erwsqTUE4ExKGM5TsstQ=" providerId="None" clId="Web-{5BB433D1-5135-4881-A438-9FF160B8BF5F}" dt="2025-12-02T10:53:35.361" v="24"/>
          <ac:spMkLst>
            <pc:docMk/>
            <pc:sldMk cId="148757014" sldId="276"/>
            <ac:spMk id="19" creationId="{F8CCB399-4A57-C68E-32DC-F39246ED2CAF}"/>
          </ac:spMkLst>
        </pc:spChg>
        <pc:spChg chg="add del">
          <ac:chgData name="DYB Yeongtong" userId="0acggs2RhghSbH/ikaymTh+erwsqTUE4ExKGM5TsstQ=" providerId="None" clId="Web-{5BB433D1-5135-4881-A438-9FF160B8BF5F}" dt="2025-12-02T10:53:34.799" v="22"/>
          <ac:spMkLst>
            <pc:docMk/>
            <pc:sldMk cId="148757014" sldId="276"/>
            <ac:spMk id="24" creationId="{1F0453AB-CA4C-20FC-7EAC-19BB341CBB63}"/>
          </ac:spMkLst>
        </pc:spChg>
      </pc:sldChg>
      <pc:sldChg chg="addSp delSp modSp">
        <pc:chgData name="DYB Yeongtong" userId="0acggs2RhghSbH/ikaymTh+erwsqTUE4ExKGM5TsstQ=" providerId="None" clId="Web-{5BB433D1-5135-4881-A438-9FF160B8BF5F}" dt="2025-12-02T10:53:32.799" v="14" actId="20577"/>
        <pc:sldMkLst>
          <pc:docMk/>
          <pc:sldMk cId="1694105214" sldId="277"/>
        </pc:sldMkLst>
        <pc:spChg chg="add del mod">
          <ac:chgData name="DYB Yeongtong" userId="0acggs2RhghSbH/ikaymTh+erwsqTUE4ExKGM5TsstQ=" providerId="None" clId="Web-{5BB433D1-5135-4881-A438-9FF160B8BF5F}" dt="2025-12-02T10:53:32.799" v="14" actId="20577"/>
          <ac:spMkLst>
            <pc:docMk/>
            <pc:sldMk cId="1694105214" sldId="277"/>
            <ac:spMk id="2" creationId="{FF6C83DD-4A1F-372F-9DFA-CB5EB360C08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052C3E58-FC31-4FEE-9121-1BE6FA4D1D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0" cy="495029"/>
          </a:xfrm>
          <a:prstGeom prst="rect">
            <a:avLst/>
          </a:prstGeom>
        </p:spPr>
        <p:txBody>
          <a:bodyPr vert="horz" lIns="94753" tIns="47377" rIns="94753" bIns="47377" rtlCol="0"/>
          <a:lstStyle>
            <a:lvl1pPr algn="l">
              <a:defRPr sz="1200"/>
            </a:lvl1pPr>
          </a:lstStyle>
          <a:p>
            <a:r>
              <a:rPr lang="en-US"/>
              <a:t>dfgdfgd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FB416B6-C8B4-41BB-96F7-875CD40A9CF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5377" y="0"/>
            <a:ext cx="2918830" cy="495029"/>
          </a:xfrm>
          <a:prstGeom prst="rect">
            <a:avLst/>
          </a:prstGeom>
        </p:spPr>
        <p:txBody>
          <a:bodyPr vert="horz" lIns="94753" tIns="47377" rIns="94753" bIns="47377" rtlCol="0"/>
          <a:lstStyle>
            <a:lvl1pPr algn="r">
              <a:defRPr sz="1200"/>
            </a:lvl1pPr>
          </a:lstStyle>
          <a:p>
            <a:fld id="{D87EE37D-3529-496A-9F63-2FC13D94ED3A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65CA99A-ACD3-4DEA-9994-810C46A63B0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371286"/>
            <a:ext cx="2918830" cy="495028"/>
          </a:xfrm>
          <a:prstGeom prst="rect">
            <a:avLst/>
          </a:prstGeom>
        </p:spPr>
        <p:txBody>
          <a:bodyPr vert="horz" lIns="94753" tIns="47377" rIns="94753" bIns="4737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166752F-6080-4975-86B1-491B1DA734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5377" y="9371286"/>
            <a:ext cx="2918830" cy="495028"/>
          </a:xfrm>
          <a:prstGeom prst="rect">
            <a:avLst/>
          </a:prstGeom>
        </p:spPr>
        <p:txBody>
          <a:bodyPr vert="horz" lIns="94753" tIns="47377" rIns="94753" bIns="47377" rtlCol="0" anchor="b"/>
          <a:lstStyle>
            <a:lvl1pPr algn="r">
              <a:defRPr sz="1200"/>
            </a:lvl1pPr>
          </a:lstStyle>
          <a:p>
            <a:fld id="{D646DF12-3EAB-4F93-BC27-D53F6E45A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154245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0" cy="495029"/>
          </a:xfrm>
          <a:prstGeom prst="rect">
            <a:avLst/>
          </a:prstGeom>
        </p:spPr>
        <p:txBody>
          <a:bodyPr vert="horz" lIns="94753" tIns="47377" rIns="94753" bIns="47377" rtlCol="0"/>
          <a:lstStyle>
            <a:lvl1pPr algn="l">
              <a:defRPr sz="1200"/>
            </a:lvl1pPr>
          </a:lstStyle>
          <a:p>
            <a:r>
              <a:rPr lang="en-US"/>
              <a:t>dfgdfgd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7" y="0"/>
            <a:ext cx="2918830" cy="495029"/>
          </a:xfrm>
          <a:prstGeom prst="rect">
            <a:avLst/>
          </a:prstGeom>
        </p:spPr>
        <p:txBody>
          <a:bodyPr vert="horz" lIns="94753" tIns="47377" rIns="94753" bIns="47377" rtlCol="0"/>
          <a:lstStyle>
            <a:lvl1pPr algn="r">
              <a:defRPr sz="1200"/>
            </a:lvl1pPr>
          </a:lstStyle>
          <a:p>
            <a:fld id="{69E6B141-C65A-472C-A01E-FE62230CD7EB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19325" y="1233488"/>
            <a:ext cx="2297113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3" tIns="47377" rIns="94753" bIns="4737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748170"/>
            <a:ext cx="5388610" cy="3884861"/>
          </a:xfrm>
          <a:prstGeom prst="rect">
            <a:avLst/>
          </a:prstGeom>
        </p:spPr>
        <p:txBody>
          <a:bodyPr vert="horz" lIns="94753" tIns="47377" rIns="94753" bIns="47377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371286"/>
            <a:ext cx="2918830" cy="495028"/>
          </a:xfrm>
          <a:prstGeom prst="rect">
            <a:avLst/>
          </a:prstGeom>
        </p:spPr>
        <p:txBody>
          <a:bodyPr vert="horz" lIns="94753" tIns="47377" rIns="94753" bIns="4737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7" y="9371286"/>
            <a:ext cx="2918830" cy="495028"/>
          </a:xfrm>
          <a:prstGeom prst="rect">
            <a:avLst/>
          </a:prstGeom>
        </p:spPr>
        <p:txBody>
          <a:bodyPr vert="horz" lIns="94753" tIns="47377" rIns="94753" bIns="47377" rtlCol="0" anchor="b"/>
          <a:lstStyle>
            <a:lvl1pPr algn="r">
              <a:defRPr sz="1200"/>
            </a:lvl1pPr>
          </a:lstStyle>
          <a:p>
            <a:fld id="{DED023D9-D272-48A3-9062-A0B37F954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34127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522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76128" algn="l" defTabSz="9522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52256" algn="l" defTabSz="9522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428384" algn="l" defTabSz="9522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904512" algn="l" defTabSz="9522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380640" algn="l" defTabSz="9522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856768" algn="l" defTabSz="9522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332897" algn="l" defTabSz="9522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809025" algn="l" defTabSz="9522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ADFEFB6-E833-034A-25EF-FAE5422C3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B2DAB603-5FE3-6897-5F26-E035CD02B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19325" y="1233488"/>
            <a:ext cx="2297113" cy="33305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F36F1863-EF76-EDB6-A218-81EF5E3849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xmlns="" id="{1834B8A1-8ED7-4FC0-EEDF-3AA4E8CF8F6E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dfgdfgd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DB86DD1-F2B4-3783-B31D-619819769E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ED023D9-D272-48A3-9062-A0B37F954AB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667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cher's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477169" y="9720003"/>
            <a:ext cx="6175125" cy="225242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226" tIns="47613" rIns="95226" bIns="47613" rtlCol="0" anchor="ctr"/>
          <a:lstStyle/>
          <a:p>
            <a:r>
              <a:rPr lang="en-US" altLang="ko-KR" sz="1100" dirty="0">
                <a:solidFill>
                  <a:schemeClr val="tx1"/>
                </a:solidFill>
                <a:cs typeface="Arial"/>
              </a:rPr>
              <a:t>Filename:  THES WR  </a:t>
            </a:r>
            <a:r>
              <a:rPr lang="en-US" altLang="ko-KR" sz="110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/>
              </a:rPr>
              <a:t>TOPIC</a:t>
            </a:r>
            <a:r>
              <a:rPr lang="en-US" altLang="ko-KR" sz="1100" dirty="0">
                <a:solidFill>
                  <a:schemeClr val="tx1"/>
                </a:solidFill>
                <a:cs typeface="Arial"/>
              </a:rPr>
              <a:t> Paragraph Writing </a:t>
            </a:r>
            <a:r>
              <a:rPr lang="en-US" altLang="ko-KR" sz="1100" u="sng" strike="noStrike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/>
              </a:rPr>
              <a:t>CAMPUS</a:t>
            </a:r>
            <a:r>
              <a:rPr lang="en-US" altLang="ko-KR" sz="1100" u="none" strike="noStrike" baseline="0" dirty="0">
                <a:solidFill>
                  <a:schemeClr val="tx1"/>
                </a:solidFill>
                <a:effectLst/>
                <a:cs typeface="Arial"/>
              </a:rPr>
              <a:t> </a:t>
            </a:r>
            <a:r>
              <a:rPr lang="en-US" altLang="ko-KR" sz="1100" u="sng" strike="noStrik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/>
              </a:rPr>
              <a:t>YR</a:t>
            </a:r>
            <a:endParaRPr lang="en-US" altLang="ko-KR" sz="1100" dirty="0">
              <a:solidFill>
                <a:schemeClr val="tx1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68741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ocabulary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74F4BDC5-92AB-48A1-BA86-9C45F731C72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477169" y="1304231"/>
            <a:ext cx="6175125" cy="397965"/>
            <a:chOff x="1399" y="2240"/>
            <a:chExt cx="9265" cy="601"/>
          </a:xfrm>
        </p:grpSpPr>
        <p:cxnSp>
          <p:nvCxnSpPr>
            <p:cNvPr id="6" name="AutoShape 7">
              <a:extLst>
                <a:ext uri="{FF2B5EF4-FFF2-40B4-BE49-F238E27FC236}">
                  <a16:creationId xmlns:a16="http://schemas.microsoft.com/office/drawing/2014/main" xmlns="" id="{2DD6FD4F-EDC0-4BDC-A014-4B218B30012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399" y="2722"/>
              <a:ext cx="9265" cy="1"/>
            </a:xfrm>
            <a:prstGeom prst="straightConnector1">
              <a:avLst/>
            </a:prstGeom>
            <a:noFill/>
            <a:ln w="57150">
              <a:solidFill>
                <a:sysClr val="window" lastClr="FFFFFF">
                  <a:lumMod val="65000"/>
                  <a:lumOff val="0"/>
                </a:sys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" name="Text Box 8">
              <a:extLst>
                <a:ext uri="{FF2B5EF4-FFF2-40B4-BE49-F238E27FC236}">
                  <a16:creationId xmlns:a16="http://schemas.microsoft.com/office/drawing/2014/main" xmlns="" id="{E182D0EC-1435-4FDF-8133-C7A9DC7882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9" y="2240"/>
              <a:ext cx="5974" cy="6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r>
                <a:rPr lang="en-US" sz="2900" b="1" dirty="0">
                  <a:solidFill>
                    <a:srgbClr val="262626"/>
                  </a:solidFill>
                  <a:effectLst/>
                  <a:latin typeface="Corbel" panose="020B0503020204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Vocabulary Review</a:t>
              </a:r>
              <a:endParaRPr lang="en-US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6074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rm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74F4BDC5-92AB-48A1-BA86-9C45F731C72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477169" y="1304231"/>
            <a:ext cx="6175125" cy="397965"/>
            <a:chOff x="1399" y="2240"/>
            <a:chExt cx="9265" cy="601"/>
          </a:xfrm>
        </p:grpSpPr>
        <p:cxnSp>
          <p:nvCxnSpPr>
            <p:cNvPr id="3" name="AutoShape 7">
              <a:extLst>
                <a:ext uri="{FF2B5EF4-FFF2-40B4-BE49-F238E27FC236}">
                  <a16:creationId xmlns:a16="http://schemas.microsoft.com/office/drawing/2014/main" xmlns="" id="{2DD6FD4F-EDC0-4BDC-A014-4B218B30012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399" y="2722"/>
              <a:ext cx="9265" cy="1"/>
            </a:xfrm>
            <a:prstGeom prst="straightConnector1">
              <a:avLst/>
            </a:prstGeom>
            <a:noFill/>
            <a:ln w="57150">
              <a:solidFill>
                <a:sysClr val="window" lastClr="FFFFFF">
                  <a:lumMod val="65000"/>
                  <a:lumOff val="0"/>
                </a:sys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" name="Text Box 8">
              <a:extLst>
                <a:ext uri="{FF2B5EF4-FFF2-40B4-BE49-F238E27FC236}">
                  <a16:creationId xmlns:a16="http://schemas.microsoft.com/office/drawing/2014/main" xmlns="" id="{E182D0EC-1435-4FDF-8133-C7A9DC7882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9" y="2240"/>
              <a:ext cx="5974" cy="6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r>
                <a:rPr lang="en-US" sz="2900" b="1" dirty="0">
                  <a:solidFill>
                    <a:srgbClr val="262626"/>
                  </a:solidFill>
                  <a:effectLst/>
                  <a:latin typeface="Corbel" panose="020B0503020204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Warm-up</a:t>
              </a:r>
              <a:endParaRPr lang="en-US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776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c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74F4BDC5-92AB-48A1-BA86-9C45F731C72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477169" y="1304231"/>
            <a:ext cx="6175125" cy="397965"/>
            <a:chOff x="1399" y="2240"/>
            <a:chExt cx="9265" cy="601"/>
          </a:xfrm>
        </p:grpSpPr>
        <p:cxnSp>
          <p:nvCxnSpPr>
            <p:cNvPr id="9" name="AutoShape 7">
              <a:extLst>
                <a:ext uri="{FF2B5EF4-FFF2-40B4-BE49-F238E27FC236}">
                  <a16:creationId xmlns:a16="http://schemas.microsoft.com/office/drawing/2014/main" xmlns="" id="{2DD6FD4F-EDC0-4BDC-A014-4B218B30012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399" y="2722"/>
              <a:ext cx="9265" cy="1"/>
            </a:xfrm>
            <a:prstGeom prst="straightConnector1">
              <a:avLst/>
            </a:prstGeom>
            <a:noFill/>
            <a:ln w="57150">
              <a:solidFill>
                <a:sysClr val="window" lastClr="FFFFFF">
                  <a:lumMod val="65000"/>
                  <a:lumOff val="0"/>
                </a:sys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xmlns="" id="{E182D0EC-1435-4FDF-8133-C7A9DC7882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9" y="2240"/>
              <a:ext cx="5974" cy="6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r>
                <a:rPr lang="en-US" sz="2900" b="1" dirty="0">
                  <a:solidFill>
                    <a:srgbClr val="262626"/>
                  </a:solidFill>
                  <a:effectLst/>
                  <a:latin typeface="Corbel" panose="020B0503020204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Practice</a:t>
              </a:r>
              <a:endParaRPr lang="en-US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2440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74F4BDC5-92AB-48A1-BA86-9C45F731C72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477169" y="1304231"/>
            <a:ext cx="6175125" cy="397965"/>
            <a:chOff x="1399" y="2240"/>
            <a:chExt cx="9265" cy="601"/>
          </a:xfrm>
        </p:grpSpPr>
        <p:cxnSp>
          <p:nvCxnSpPr>
            <p:cNvPr id="6" name="AutoShape 7">
              <a:extLst>
                <a:ext uri="{FF2B5EF4-FFF2-40B4-BE49-F238E27FC236}">
                  <a16:creationId xmlns:a16="http://schemas.microsoft.com/office/drawing/2014/main" xmlns="" id="{2DD6FD4F-EDC0-4BDC-A014-4B218B30012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399" y="2722"/>
              <a:ext cx="9265" cy="1"/>
            </a:xfrm>
            <a:prstGeom prst="straightConnector1">
              <a:avLst/>
            </a:prstGeom>
            <a:noFill/>
            <a:ln w="57150">
              <a:solidFill>
                <a:sysClr val="window" lastClr="FFFFFF">
                  <a:lumMod val="65000"/>
                  <a:lumOff val="0"/>
                </a:sys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" name="Text Box 8">
              <a:extLst>
                <a:ext uri="{FF2B5EF4-FFF2-40B4-BE49-F238E27FC236}">
                  <a16:creationId xmlns:a16="http://schemas.microsoft.com/office/drawing/2014/main" xmlns="" id="{E182D0EC-1435-4FDF-8133-C7A9DC7882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9" y="2240"/>
              <a:ext cx="5974" cy="6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r>
                <a:rPr lang="en-US" sz="2900" b="1" dirty="0">
                  <a:solidFill>
                    <a:srgbClr val="262626"/>
                  </a:solidFill>
                  <a:effectLst/>
                  <a:latin typeface="Corbel" panose="020B0503020204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Production</a:t>
              </a:r>
              <a:endParaRPr lang="en-US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6658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74F4BDC5-92AB-48A1-BA86-9C45F731C72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477169" y="1304231"/>
            <a:ext cx="6175125" cy="397965"/>
            <a:chOff x="1399" y="2240"/>
            <a:chExt cx="9265" cy="601"/>
          </a:xfrm>
        </p:grpSpPr>
        <p:cxnSp>
          <p:nvCxnSpPr>
            <p:cNvPr id="6" name="AutoShape 7">
              <a:extLst>
                <a:ext uri="{FF2B5EF4-FFF2-40B4-BE49-F238E27FC236}">
                  <a16:creationId xmlns:a16="http://schemas.microsoft.com/office/drawing/2014/main" xmlns="" id="{2DD6FD4F-EDC0-4BDC-A014-4B218B30012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399" y="2722"/>
              <a:ext cx="9265" cy="1"/>
            </a:xfrm>
            <a:prstGeom prst="straightConnector1">
              <a:avLst/>
            </a:prstGeom>
            <a:noFill/>
            <a:ln w="57150">
              <a:solidFill>
                <a:sysClr val="window" lastClr="FFFFFF">
                  <a:lumMod val="65000"/>
                  <a:lumOff val="0"/>
                </a:sys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" name="Text Box 8">
              <a:extLst>
                <a:ext uri="{FF2B5EF4-FFF2-40B4-BE49-F238E27FC236}">
                  <a16:creationId xmlns:a16="http://schemas.microsoft.com/office/drawing/2014/main" xmlns="" id="{E182D0EC-1435-4FDF-8133-C7A9DC7882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9" y="2240"/>
              <a:ext cx="5974" cy="6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r>
                <a:rPr lang="en-US" sz="2900" b="1" dirty="0">
                  <a:solidFill>
                    <a:srgbClr val="262626"/>
                  </a:solidFill>
                  <a:effectLst/>
                  <a:latin typeface="Corbel" panose="020B0503020204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Closure</a:t>
              </a:r>
              <a:endParaRPr lang="en-US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1153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border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332708" y="354756"/>
            <a:ext cx="6432360" cy="9293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226" tIns="47613" rIns="95226" bIns="47613"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798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no bord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332708" y="354756"/>
            <a:ext cx="6432360" cy="9293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226" tIns="47613" rIns="95226" bIns="47613" rtlCol="0" anchor="ctr"/>
          <a:lstStyle/>
          <a:p>
            <a:pPr algn="ctr"/>
            <a:endParaRPr lang="ko-KR" altLang="en-US"/>
          </a:p>
        </p:txBody>
      </p:sp>
      <p:sp>
        <p:nvSpPr>
          <p:cNvPr id="3" name="Rectangle 2"/>
          <p:cNvSpPr/>
          <p:nvPr userDrawn="1"/>
        </p:nvSpPr>
        <p:spPr>
          <a:xfrm>
            <a:off x="121632" y="120699"/>
            <a:ext cx="6886200" cy="10060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226" tIns="47613" rIns="95226" bIns="47613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354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F572279-2C41-4593-AFA1-A85317F4027D}"/>
              </a:ext>
            </a:extLst>
          </p:cNvPr>
          <p:cNvSpPr/>
          <p:nvPr userDrawn="1"/>
        </p:nvSpPr>
        <p:spPr>
          <a:xfrm>
            <a:off x="233907" y="247141"/>
            <a:ext cx="6661650" cy="9835581"/>
          </a:xfrm>
          <a:prstGeom prst="rect">
            <a:avLst/>
          </a:prstGeom>
          <a:noFill/>
          <a:ln w="50800" cmpd="thinThick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226" tIns="47613" rIns="95226" bIns="47613" rtlCol="0" anchor="ctr"/>
          <a:lstStyle/>
          <a:p>
            <a:pPr algn="ctr"/>
            <a:endParaRPr lang="en-US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478655" y="432296"/>
            <a:ext cx="6175125" cy="755385"/>
            <a:chOff x="460429" y="414557"/>
            <a:chExt cx="5940000" cy="72438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xmlns="" id="{AA890661-4339-4EA7-B73B-1A3605EAB6A1}"/>
                </a:ext>
              </a:extLst>
            </p:cNvPr>
            <p:cNvGrpSpPr/>
            <p:nvPr userDrawn="1"/>
          </p:nvGrpSpPr>
          <p:grpSpPr>
            <a:xfrm>
              <a:off x="460429" y="438642"/>
              <a:ext cx="5940000" cy="700304"/>
              <a:chOff x="640080" y="491982"/>
              <a:chExt cx="5940000" cy="700304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xmlns="" id="{1EEA448C-B610-4AFB-8B6B-E279B58D7BFE}"/>
                  </a:ext>
                </a:extLst>
              </p:cNvPr>
              <p:cNvPicPr/>
              <p:nvPr/>
            </p:nvPicPr>
            <p:blipFill>
              <a:blip r:embed="rId10" cstate="print"/>
              <a:srcRect/>
              <a:stretch>
                <a:fillRect/>
              </a:stretch>
            </p:blipFill>
            <p:spPr bwMode="auto">
              <a:xfrm>
                <a:off x="660082" y="491982"/>
                <a:ext cx="712470" cy="6019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cxnSp>
            <p:nvCxnSpPr>
              <p:cNvPr id="11" name="AutoShape 8">
                <a:extLst>
                  <a:ext uri="{FF2B5EF4-FFF2-40B4-BE49-F238E27FC236}">
                    <a16:creationId xmlns:a16="http://schemas.microsoft.com/office/drawing/2014/main" xmlns="" id="{53F5BD7D-4C79-44B2-A451-6E7D84517EE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40080" y="1192286"/>
                <a:ext cx="5940000" cy="0"/>
              </a:xfrm>
              <a:prstGeom prst="straightConnector1">
                <a:avLst/>
              </a:prstGeom>
              <a:noFill/>
              <a:ln w="19050">
                <a:solidFill>
                  <a:sysClr val="window" lastClr="FFFFFF">
                    <a:lumMod val="50000"/>
                    <a:lumOff val="0"/>
                  </a:sys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2" name="Rectangle 4">
              <a:extLst>
                <a:ext uri="{FF2B5EF4-FFF2-40B4-BE49-F238E27FC236}">
                  <a16:creationId xmlns:a16="http://schemas.microsoft.com/office/drawing/2014/main" xmlns="" id="{8E10F8AF-C7B2-4D9C-860D-2A3602C657E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83969" y="782963"/>
              <a:ext cx="5116459" cy="2656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865438" algn="ctr"/>
                  <a:tab pos="5730875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865438" algn="ctr"/>
                  <a:tab pos="5730875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865438" algn="ctr"/>
                  <a:tab pos="5730875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865438" algn="ctr"/>
                  <a:tab pos="5730875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865438" algn="ctr"/>
                  <a:tab pos="5730875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865438" algn="ctr"/>
                  <a:tab pos="5730875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865438" algn="ctr"/>
                  <a:tab pos="5730875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865438" algn="ctr"/>
                  <a:tab pos="5730875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865438" algn="ctr"/>
                  <a:tab pos="5730875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R="0" lvl="0" algn="l" defTabSz="952256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5968133" algn="r"/>
                </a:tabLst>
              </a:pPr>
              <a:r>
                <a:rPr kumimoji="0" lang="en-US" altLang="ko-KR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  <a:ea typeface="Calibri" panose="020F0502020204030204" pitchFamily="34" charset="0"/>
                  <a:cs typeface="Times New Roman" panose="02020603050405020304" pitchFamily="18" charset="0"/>
                </a:rPr>
                <a:t>Paragraph Writing</a:t>
              </a:r>
              <a:endParaRPr kumimoji="0" lang="en-US" altLang="ko-KR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762B1519-8952-470A-9216-C9CDECEB34A4}"/>
                </a:ext>
              </a:extLst>
            </p:cNvPr>
            <p:cNvSpPr txBox="1"/>
            <p:nvPr userDrawn="1"/>
          </p:nvSpPr>
          <p:spPr>
            <a:xfrm>
              <a:off x="1283969" y="414557"/>
              <a:ext cx="5116460" cy="413524"/>
            </a:xfrm>
            <a:prstGeom prst="rect">
              <a:avLst/>
            </a:prstGeom>
            <a:noFill/>
          </p:spPr>
          <p:txBody>
            <a:bodyPr wrap="square" tIns="0" bIns="0">
              <a:normAutofit/>
            </a:bodyPr>
            <a:lstStyle/>
            <a:p>
              <a:pPr>
                <a:lnSpc>
                  <a:spcPct val="100000"/>
                </a:lnSpc>
                <a:spcAft>
                  <a:spcPts val="0"/>
                </a:spcAft>
                <a:tabLst>
                  <a:tab pos="2984397" algn="ctr"/>
                  <a:tab pos="5968795" algn="r"/>
                </a:tabLst>
              </a:pPr>
              <a:r>
                <a:rPr lang="en-US" sz="2500" b="1" kern="1400" spc="26" dirty="0">
                  <a:solidFill>
                    <a:srgbClr val="17365D"/>
                  </a:solidFill>
                  <a:effectLst/>
                </a:rPr>
                <a:t>Topic</a:t>
              </a:r>
              <a:endParaRPr lang="en-US" sz="700" b="1" dirty="0">
                <a:solidFill>
                  <a:srgbClr val="17365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7411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73" r:id="rId3"/>
    <p:sldLayoutId id="2147483675" r:id="rId4"/>
    <p:sldLayoutId id="2147483676" r:id="rId5"/>
    <p:sldLayoutId id="2147483677" r:id="rId6"/>
    <p:sldLayoutId id="2147483667" r:id="rId7"/>
    <p:sldLayoutId id="2147483678" r:id="rId8"/>
  </p:sldLayoutIdLst>
  <p:txStyles>
    <p:titleStyle>
      <a:lvl1pPr algn="l" defTabSz="714192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8548" indent="-178548" algn="l" defTabSz="714192" rtl="0" eaLnBrk="1" latinLnBrk="0" hangingPunct="1">
        <a:lnSpc>
          <a:spcPct val="90000"/>
        </a:lnSpc>
        <a:spcBef>
          <a:spcPts val="781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35644" indent="-178548" algn="l" defTabSz="714192" rtl="0" eaLnBrk="1" latinLnBrk="0" hangingPunct="1">
        <a:lnSpc>
          <a:spcPct val="90000"/>
        </a:lnSpc>
        <a:spcBef>
          <a:spcPts val="391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892740" indent="-178548" algn="l" defTabSz="714192" rtl="0" eaLnBrk="1" latinLnBrk="0" hangingPunct="1">
        <a:lnSpc>
          <a:spcPct val="90000"/>
        </a:lnSpc>
        <a:spcBef>
          <a:spcPts val="391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49836" indent="-178548" algn="l" defTabSz="714192" rtl="0" eaLnBrk="1" latinLnBrk="0" hangingPunct="1">
        <a:lnSpc>
          <a:spcPct val="90000"/>
        </a:lnSpc>
        <a:spcBef>
          <a:spcPts val="391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606932" indent="-178548" algn="l" defTabSz="714192" rtl="0" eaLnBrk="1" latinLnBrk="0" hangingPunct="1">
        <a:lnSpc>
          <a:spcPct val="90000"/>
        </a:lnSpc>
        <a:spcBef>
          <a:spcPts val="391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964028" indent="-178548" algn="l" defTabSz="714192" rtl="0" eaLnBrk="1" latinLnBrk="0" hangingPunct="1">
        <a:lnSpc>
          <a:spcPct val="90000"/>
        </a:lnSpc>
        <a:spcBef>
          <a:spcPts val="391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321124" indent="-178548" algn="l" defTabSz="714192" rtl="0" eaLnBrk="1" latinLnBrk="0" hangingPunct="1">
        <a:lnSpc>
          <a:spcPct val="90000"/>
        </a:lnSpc>
        <a:spcBef>
          <a:spcPts val="391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678220" indent="-178548" algn="l" defTabSz="714192" rtl="0" eaLnBrk="1" latinLnBrk="0" hangingPunct="1">
        <a:lnSpc>
          <a:spcPct val="90000"/>
        </a:lnSpc>
        <a:spcBef>
          <a:spcPts val="391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035317" indent="-178548" algn="l" defTabSz="714192" rtl="0" eaLnBrk="1" latinLnBrk="0" hangingPunct="1">
        <a:lnSpc>
          <a:spcPct val="90000"/>
        </a:lnSpc>
        <a:spcBef>
          <a:spcPts val="391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4192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57096" algn="l" defTabSz="714192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14192" algn="l" defTabSz="714192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71288" algn="l" defTabSz="714192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428384" algn="l" defTabSz="714192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85480" algn="l" defTabSz="714192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42576" algn="l" defTabSz="714192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99672" algn="l" defTabSz="714192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856768" algn="l" defTabSz="714192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3E84D5F-D6AD-884A-0D46-B89D55410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xmlns="" id="{BDF6F3F5-8A5D-79D1-AEE1-05AA96F4CC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24057"/>
              </p:ext>
            </p:extLst>
          </p:nvPr>
        </p:nvGraphicFramePr>
        <p:xfrm>
          <a:off x="477169" y="1560158"/>
          <a:ext cx="6175125" cy="9009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27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706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227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75897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225242">
                <a:tc>
                  <a:txBody>
                    <a:bodyPr/>
                    <a:lstStyle/>
                    <a:p>
                      <a:pPr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b="1" i="1" dirty="0">
                          <a:effectLst/>
                          <a:latin typeface="+mn-lt"/>
                        </a:rPr>
                        <a:t>Lesson Creator:</a:t>
                      </a:r>
                      <a:endParaRPr lang="ko-KR" sz="1000" b="1" i="1" dirty="0"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71295" marR="71295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71295" marR="71295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b="1" i="1" dirty="0">
                          <a:effectLst/>
                          <a:latin typeface="+mn-lt"/>
                        </a:rPr>
                        <a:t>Level:</a:t>
                      </a:r>
                      <a:endParaRPr lang="ko-KR" sz="1000" b="1" i="1" dirty="0"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71295" marR="71295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71295" marR="71295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25242">
                <a:tc>
                  <a:txBody>
                    <a:bodyPr/>
                    <a:lstStyle/>
                    <a:p>
                      <a:pPr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b="1" i="1" dirty="0">
                          <a:effectLst/>
                          <a:latin typeface="+mn-lt"/>
                        </a:rPr>
                        <a:t>Reviewer: </a:t>
                      </a:r>
                      <a:endParaRPr lang="ko-KR" sz="1000" b="1" i="1" dirty="0"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71295" marR="71295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71295" marR="71295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b="1" i="1" dirty="0">
                          <a:effectLst/>
                          <a:latin typeface="+mn-lt"/>
                        </a:rPr>
                        <a:t>Focus: (SP/WR)</a:t>
                      </a:r>
                      <a:endParaRPr lang="ko-KR" sz="1000" b="1" i="1" dirty="0"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71295" marR="71295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71295" marR="71295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242">
                <a:tc>
                  <a:txBody>
                    <a:bodyPr/>
                    <a:lstStyle/>
                    <a:p>
                      <a:pPr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b="1" i="1" dirty="0">
                          <a:effectLst/>
                          <a:latin typeface="+mn-lt"/>
                        </a:rPr>
                        <a:t>Topic:</a:t>
                      </a:r>
                      <a:endParaRPr lang="ko-KR" sz="1000" b="1" i="1" dirty="0"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71295" marR="71295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71295" marR="71295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sz="1000" b="1" i="1" dirty="0"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71295" marR="71295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71295" marR="71295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242">
                <a:tc>
                  <a:txBody>
                    <a:bodyPr/>
                    <a:lstStyle/>
                    <a:p>
                      <a:pPr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b="1" i="1" dirty="0">
                          <a:effectLst/>
                          <a:latin typeface="+mn-lt"/>
                        </a:rPr>
                        <a:t>Skill:</a:t>
                      </a:r>
                      <a:endParaRPr lang="ko-KR" sz="1000" b="1" i="1" dirty="0"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71295" marR="71295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71295" marR="71295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3B4FC8DA-DE6E-9A0E-CA27-A7CE6545A609}"/>
              </a:ext>
            </a:extLst>
          </p:cNvPr>
          <p:cNvSpPr/>
          <p:nvPr/>
        </p:nvSpPr>
        <p:spPr>
          <a:xfrm>
            <a:off x="477169" y="1276055"/>
            <a:ext cx="1099126" cy="272804"/>
          </a:xfrm>
          <a:prstGeom prst="rect">
            <a:avLst/>
          </a:prstGeom>
        </p:spPr>
        <p:txBody>
          <a:bodyPr wrap="square" lIns="95226" tIns="47613" rIns="95226" bIns="47613">
            <a:spAutoFit/>
          </a:bodyPr>
          <a:lstStyle/>
          <a:p>
            <a:pPr latinLnBrk="1"/>
            <a:r>
              <a:rPr lang="en-US" altLang="ko-KR" sz="1100" b="1" i="1" dirty="0"/>
              <a:t>What to teach?</a:t>
            </a:r>
            <a:endParaRPr lang="ko-KR" altLang="ko-KR" sz="11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24C1E7C3-1A3C-9CCF-F83F-CB72903B8595}"/>
              </a:ext>
            </a:extLst>
          </p:cNvPr>
          <p:cNvSpPr/>
          <p:nvPr/>
        </p:nvSpPr>
        <p:spPr>
          <a:xfrm>
            <a:off x="4937326" y="1276055"/>
            <a:ext cx="1528874" cy="272804"/>
          </a:xfrm>
          <a:prstGeom prst="rect">
            <a:avLst/>
          </a:prstGeom>
        </p:spPr>
        <p:txBody>
          <a:bodyPr wrap="square" lIns="95226" tIns="47613" rIns="95226" bIns="47613">
            <a:spAutoFit/>
          </a:bodyPr>
          <a:lstStyle/>
          <a:p>
            <a:pPr algn="r" latinLnBrk="1"/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</a:rPr>
              <a:t>Jan 2026 Template</a:t>
            </a:r>
            <a:endParaRPr lang="ko-KR" altLang="ko-KR" sz="11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381129AF-0026-B382-6896-C7BECF357648}"/>
              </a:ext>
            </a:extLst>
          </p:cNvPr>
          <p:cNvSpPr/>
          <p:nvPr/>
        </p:nvSpPr>
        <p:spPr>
          <a:xfrm>
            <a:off x="477169" y="2494561"/>
            <a:ext cx="1099126" cy="272804"/>
          </a:xfrm>
          <a:prstGeom prst="rect">
            <a:avLst/>
          </a:prstGeom>
        </p:spPr>
        <p:txBody>
          <a:bodyPr wrap="square" lIns="95226" tIns="47613" rIns="95226" bIns="47613">
            <a:spAutoFit/>
          </a:bodyPr>
          <a:lstStyle/>
          <a:p>
            <a:pPr latinLnBrk="1"/>
            <a:r>
              <a:rPr lang="en-US" altLang="ko-KR" sz="1100" b="1" i="1" dirty="0"/>
              <a:t>Why to teach?</a:t>
            </a:r>
            <a:endParaRPr lang="ko-KR" altLang="ko-KR" sz="1100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xmlns="" id="{D3D3A46A-543F-3A6B-D728-B2B384DB99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534222"/>
              </p:ext>
            </p:extLst>
          </p:nvPr>
        </p:nvGraphicFramePr>
        <p:xfrm>
          <a:off x="477169" y="2767365"/>
          <a:ext cx="6175125" cy="4129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27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0523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12944">
                <a:tc>
                  <a:txBody>
                    <a:bodyPr/>
                    <a:lstStyle/>
                    <a:p>
                      <a:pPr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00" b="1" i="1" baseline="0" dirty="0">
                          <a:effectLst/>
                        </a:rPr>
                        <a:t>Lesson Objective</a:t>
                      </a:r>
                      <a:r>
                        <a:rPr lang="en-US" sz="1000" b="1" i="1" dirty="0">
                          <a:effectLst/>
                        </a:rPr>
                        <a:t>:</a:t>
                      </a:r>
                      <a:endParaRPr lang="ko-KR" sz="1100" b="1" i="1" dirty="0">
                        <a:effectLst/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71295" marR="71295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00" b="1" i="0" dirty="0">
                          <a:solidFill>
                            <a:schemeClr val="tx1"/>
                          </a:solidFill>
                          <a:effectLst/>
                        </a:rPr>
                        <a:t>SWBAT </a:t>
                      </a:r>
                      <a:endParaRPr lang="ko-KR" sz="1100" b="1" i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71295" marR="71295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11A39E30-926B-35A0-1AC4-48D66CAC963E}"/>
              </a:ext>
            </a:extLst>
          </p:cNvPr>
          <p:cNvSpPr/>
          <p:nvPr/>
        </p:nvSpPr>
        <p:spPr>
          <a:xfrm>
            <a:off x="477169" y="3245398"/>
            <a:ext cx="1099126" cy="272804"/>
          </a:xfrm>
          <a:prstGeom prst="rect">
            <a:avLst/>
          </a:prstGeom>
        </p:spPr>
        <p:txBody>
          <a:bodyPr wrap="square" lIns="95226" tIns="47613" rIns="95226" bIns="47613">
            <a:spAutoFit/>
          </a:bodyPr>
          <a:lstStyle/>
          <a:p>
            <a:pPr latinLnBrk="1"/>
            <a:r>
              <a:rPr lang="en-US" altLang="ko-KR" sz="1100" b="1" i="1" dirty="0"/>
              <a:t>How to teach?</a:t>
            </a:r>
            <a:endParaRPr lang="ko-KR" altLang="ko-KR" sz="1100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xmlns="" id="{2754FE4F-80E0-D212-8CC6-416FD7F804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010069"/>
              </p:ext>
            </p:extLst>
          </p:nvPr>
        </p:nvGraphicFramePr>
        <p:xfrm>
          <a:off x="477169" y="3513515"/>
          <a:ext cx="6175125" cy="5255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27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5074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5449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25565">
                <a:tc>
                  <a:txBody>
                    <a:bodyPr/>
                    <a:lstStyle/>
                    <a:p>
                      <a:pPr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00" b="1" i="1" baseline="0" dirty="0">
                          <a:effectLst/>
                        </a:rPr>
                        <a:t>Materials:</a:t>
                      </a:r>
                      <a:endParaRPr lang="ko-KR" sz="1100" b="1" i="1" dirty="0">
                        <a:effectLst/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71295" marR="71295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1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PLE: </a:t>
                      </a:r>
                      <a:r>
                        <a:rPr lang="en-US" altLang="ko-KR" sz="1000" b="0" i="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Arial"/>
                        </a:rPr>
                        <a:t>N/A</a:t>
                      </a:r>
                      <a:endParaRPr lang="en-US" altLang="ko-KR" sz="1000" b="0" i="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1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/>
                          <a:cs typeface="Arial"/>
                        </a:rPr>
                        <a:t>Warm-up: </a:t>
                      </a:r>
                      <a:r>
                        <a:rPr lang="en-US" altLang="ko-KR" sz="1000" b="0" i="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/>
                          <a:cs typeface="Arial"/>
                        </a:rPr>
                        <a:t>Materials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Practice: </a:t>
                      </a:r>
                      <a:r>
                        <a:rPr lang="en-US" altLang="ko-KR" sz="1000" b="0" i="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Arial"/>
                        </a:rPr>
                        <a:t>Materials</a:t>
                      </a:r>
                      <a:endParaRPr lang="en-US" altLang="ko-KR" sz="1000" b="0" i="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295" marR="71295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1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/>
                        </a:rPr>
                        <a:t>Production: </a:t>
                      </a:r>
                      <a:r>
                        <a:rPr lang="en-US" altLang="ko-KR" sz="1000" b="0" i="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Arial"/>
                        </a:rPr>
                        <a:t>Materials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Closure: </a:t>
                      </a:r>
                      <a:r>
                        <a:rPr lang="en-US" altLang="ko-KR" sz="1000" b="0" i="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Arial"/>
                        </a:rPr>
                        <a:t>N/A</a:t>
                      </a:r>
                      <a:endParaRPr lang="en-US" altLang="ko-KR" sz="1000" b="0" i="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295" marR="71295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CC82B778-63D3-B277-DEAA-E4A85ECFA5BC}"/>
              </a:ext>
            </a:extLst>
          </p:cNvPr>
          <p:cNvSpPr/>
          <p:nvPr/>
        </p:nvSpPr>
        <p:spPr>
          <a:xfrm>
            <a:off x="477169" y="4143273"/>
            <a:ext cx="6175125" cy="22524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226" tIns="47613" rIns="95226" bIns="47613" rtlCol="0" anchor="ctr"/>
          <a:lstStyle/>
          <a:p>
            <a:r>
              <a:rPr lang="en-US" altLang="ko-KR" sz="1100" b="1" i="1" dirty="0">
                <a:solidFill>
                  <a:schemeClr val="tx1"/>
                </a:solidFill>
                <a:cs typeface="Arial"/>
              </a:rPr>
              <a:t>Pre-Lesson Engagement: </a:t>
            </a:r>
            <a:r>
              <a:rPr lang="en-US" altLang="ko-KR" sz="1100" i="1" dirty="0">
                <a:solidFill>
                  <a:schemeClr val="tx1"/>
                </a:solidFill>
                <a:cs typeface="Arial"/>
              </a:rPr>
              <a:t>A review of the content and vocabulary from the reading. </a:t>
            </a:r>
            <a:endParaRPr lang="ko-KR" altLang="ko-KR" sz="1100" i="1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60624C0-E506-9349-89C0-CD509FAA23D0}"/>
              </a:ext>
            </a:extLst>
          </p:cNvPr>
          <p:cNvSpPr txBox="1"/>
          <p:nvPr/>
        </p:nvSpPr>
        <p:spPr>
          <a:xfrm>
            <a:off x="477169" y="5004053"/>
            <a:ext cx="6175125" cy="4616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5226" tIns="47613" rIns="95226" bIns="47613" rtlCol="0">
            <a:normAutofit/>
          </a:bodyPr>
          <a:lstStyle/>
          <a:p>
            <a:pPr defTabSz="714192">
              <a:defRPr/>
            </a:pPr>
            <a:r>
              <a:rPr lang="en-US" altLang="ko-KR" sz="1100" b="1" dirty="0">
                <a:solidFill>
                  <a:schemeClr val="dk1"/>
                </a:solidFill>
              </a:rPr>
              <a:t>Part 1:</a:t>
            </a:r>
            <a:r>
              <a:rPr lang="en-US" altLang="ko-KR" sz="1100" dirty="0">
                <a:solidFill>
                  <a:schemeClr val="dk1"/>
                </a:solidFill>
              </a:rPr>
              <a:t> </a:t>
            </a:r>
            <a:r>
              <a:rPr lang="en-US" altLang="ko-KR" sz="1100" b="1" dirty="0">
                <a:solidFill>
                  <a:schemeClr val="dk1"/>
                </a:solidFill>
              </a:rPr>
              <a:t>Discussion Questions </a:t>
            </a:r>
          </a:p>
          <a:p>
            <a:pPr defTabSz="714192">
              <a:defRPr/>
            </a:pPr>
            <a:r>
              <a:rPr lang="en-US" altLang="ko-KR" sz="1100" b="1" dirty="0">
                <a:solidFill>
                  <a:schemeClr val="dk1"/>
                </a:solidFill>
              </a:rPr>
              <a:t>Purpose: To get students thinking about the topic.</a:t>
            </a:r>
          </a:p>
          <a:p>
            <a:pPr defTabSz="714192">
              <a:defRPr/>
            </a:pPr>
            <a:endParaRPr lang="en-US" altLang="ko-KR" sz="1100" b="1" dirty="0">
              <a:solidFill>
                <a:schemeClr val="dk1"/>
              </a:solidFill>
            </a:endParaRPr>
          </a:p>
          <a:p>
            <a:pPr defTabSz="714192">
              <a:defRPr/>
            </a:pPr>
            <a:r>
              <a:rPr lang="en-US" altLang="ko-KR" sz="1100" dirty="0">
                <a:solidFill>
                  <a:schemeClr val="dk1"/>
                </a:solidFill>
              </a:rPr>
              <a:t>Use the following questions to elicit a classroom discussion about the topic.</a:t>
            </a:r>
          </a:p>
          <a:p>
            <a:pPr defTabSz="714192">
              <a:defRPr/>
            </a:pPr>
            <a:endParaRPr lang="en-US" altLang="ko-KR" sz="1100" b="1" dirty="0">
              <a:solidFill>
                <a:schemeClr val="dk1"/>
              </a:solidFill>
            </a:endParaRPr>
          </a:p>
          <a:p>
            <a:pPr defTabSz="714192">
              <a:defRPr/>
            </a:pPr>
            <a:r>
              <a:rPr lang="en-US" altLang="ko-KR" sz="1100" b="1" u="sng" dirty="0">
                <a:solidFill>
                  <a:schemeClr val="dk1"/>
                </a:solidFill>
              </a:rPr>
              <a:t>Questions: </a:t>
            </a:r>
          </a:p>
          <a:p>
            <a:pPr marL="238064" indent="-238064" defTabSz="714192">
              <a:buFont typeface="+mj-lt"/>
              <a:buAutoNum type="arabicPeriod"/>
              <a:defRPr/>
            </a:pPr>
            <a:r>
              <a:rPr lang="en-US" altLang="ko-KR" sz="1100" dirty="0">
                <a:solidFill>
                  <a:schemeClr val="dk1"/>
                </a:solidFill>
              </a:rPr>
              <a:t>Question</a:t>
            </a:r>
            <a:r>
              <a:rPr lang="en-US" altLang="ko-KR" sz="1100" b="1" dirty="0">
                <a:solidFill>
                  <a:schemeClr val="dk1"/>
                </a:solidFill>
              </a:rPr>
              <a:t> (Answers will vary) </a:t>
            </a:r>
          </a:p>
          <a:p>
            <a:pPr marL="238064" indent="-238064" defTabSz="714192">
              <a:buFont typeface="+mj-lt"/>
              <a:buAutoNum type="arabicPeriod"/>
              <a:defRPr/>
            </a:pPr>
            <a:r>
              <a:rPr lang="en-US" altLang="ko-KR" sz="1100" dirty="0">
                <a:solidFill>
                  <a:schemeClr val="dk1"/>
                </a:solidFill>
              </a:rPr>
              <a:t>Question</a:t>
            </a:r>
            <a:r>
              <a:rPr lang="en-US" altLang="ko-KR" sz="1100" b="1" dirty="0">
                <a:solidFill>
                  <a:schemeClr val="dk1"/>
                </a:solidFill>
              </a:rPr>
              <a:t> (Answers will vary)</a:t>
            </a:r>
          </a:p>
          <a:p>
            <a:pPr defTabSz="714192">
              <a:defRPr/>
            </a:pPr>
            <a:endParaRPr lang="en-US" altLang="ko-KR" sz="1100" b="1" dirty="0">
              <a:solidFill>
                <a:schemeClr val="dk1"/>
              </a:solidFill>
            </a:endParaRPr>
          </a:p>
          <a:p>
            <a:pPr defTabSz="714192">
              <a:defRPr/>
            </a:pPr>
            <a:r>
              <a:rPr lang="en-US" altLang="ko-KR" sz="1100" b="1" dirty="0">
                <a:solidFill>
                  <a:schemeClr val="dk1"/>
                </a:solidFill>
              </a:rPr>
              <a:t>Part 2: Vocabulary Review</a:t>
            </a:r>
          </a:p>
          <a:p>
            <a:pPr defTabSz="714192">
              <a:defRPr/>
            </a:pPr>
            <a:r>
              <a:rPr lang="en-US" altLang="ko-KR" sz="1100" b="1" dirty="0">
                <a:solidFill>
                  <a:schemeClr val="dk1"/>
                </a:solidFill>
              </a:rPr>
              <a:t>Purpose: To check students have the vocab they will need to write the topic’s paragraph.</a:t>
            </a:r>
          </a:p>
          <a:p>
            <a:pPr defTabSz="714192">
              <a:defRPr/>
            </a:pPr>
            <a:r>
              <a:rPr lang="en-US" altLang="ko-KR" sz="1100" dirty="0">
                <a:solidFill>
                  <a:schemeClr val="dk1"/>
                </a:solidFill>
              </a:rPr>
              <a:t>Instructions</a:t>
            </a:r>
          </a:p>
          <a:p>
            <a:pPr defTabSz="714192">
              <a:defRPr/>
            </a:pPr>
            <a:endParaRPr lang="en-US" altLang="ko-KR" sz="1100" b="1" dirty="0">
              <a:solidFill>
                <a:schemeClr val="dk1"/>
              </a:solidFill>
            </a:endParaRPr>
          </a:p>
          <a:p>
            <a:pPr defTabSz="714192">
              <a:defRPr/>
            </a:pPr>
            <a:r>
              <a:rPr lang="en-US" altLang="ko-KR" sz="1100" b="1" u="sng" dirty="0">
                <a:solidFill>
                  <a:schemeClr val="dk1"/>
                </a:solidFill>
              </a:rPr>
              <a:t>Words: </a:t>
            </a:r>
            <a:r>
              <a:rPr lang="en-US" altLang="ko-KR" sz="1100" b="1" dirty="0">
                <a:solidFill>
                  <a:schemeClr val="dk1"/>
                </a:solidFill>
              </a:rPr>
              <a:t> (5 words total – must appear in activities, please note the activity each word is used in.)</a:t>
            </a:r>
          </a:p>
          <a:p>
            <a:pPr defTabSz="714192">
              <a:defRPr/>
            </a:pPr>
            <a:endParaRPr lang="en-US" altLang="ko-KR" sz="1100" b="1" u="sng" dirty="0">
              <a:solidFill>
                <a:schemeClr val="dk1"/>
              </a:solidFill>
            </a:endParaRPr>
          </a:p>
          <a:p>
            <a:pPr defTabSz="714192">
              <a:defRPr/>
            </a:pPr>
            <a:r>
              <a:rPr lang="en-US" altLang="ko-KR" sz="1100" b="1" dirty="0">
                <a:solidFill>
                  <a:schemeClr val="dk1"/>
                </a:solidFill>
              </a:rPr>
              <a:t>WORD </a:t>
            </a:r>
            <a:r>
              <a:rPr lang="en-US" altLang="ko-KR" sz="1100" dirty="0">
                <a:solidFill>
                  <a:schemeClr val="dk1"/>
                </a:solidFill>
              </a:rPr>
              <a:t>– Definition (</a:t>
            </a:r>
            <a:r>
              <a:rPr lang="en-US" altLang="ko-KR" sz="1100" b="1" dirty="0">
                <a:solidFill>
                  <a:schemeClr val="dk1"/>
                </a:solidFill>
              </a:rPr>
              <a:t>Activity</a:t>
            </a:r>
            <a:r>
              <a:rPr lang="en-US" altLang="ko-KR" sz="1100" dirty="0">
                <a:solidFill>
                  <a:schemeClr val="dk1"/>
                </a:solidFill>
              </a:rPr>
              <a:t>: )</a:t>
            </a:r>
          </a:p>
          <a:p>
            <a:pPr defTabSz="714192">
              <a:defRPr/>
            </a:pPr>
            <a:r>
              <a:rPr lang="en-US" altLang="ko-KR" sz="1100" b="1" dirty="0">
                <a:solidFill>
                  <a:schemeClr val="dk1"/>
                </a:solidFill>
              </a:rPr>
              <a:t>WORD </a:t>
            </a:r>
            <a:r>
              <a:rPr lang="en-US" altLang="ko-KR" sz="1100" dirty="0">
                <a:solidFill>
                  <a:schemeClr val="dk1"/>
                </a:solidFill>
              </a:rPr>
              <a:t>– Definition (</a:t>
            </a:r>
            <a:r>
              <a:rPr lang="en-US" altLang="ko-KR" sz="1100" b="1" dirty="0">
                <a:solidFill>
                  <a:schemeClr val="dk1"/>
                </a:solidFill>
              </a:rPr>
              <a:t>Activity</a:t>
            </a:r>
            <a:r>
              <a:rPr lang="en-US" altLang="ko-KR" sz="1100" dirty="0">
                <a:solidFill>
                  <a:schemeClr val="dk1"/>
                </a:solidFill>
              </a:rPr>
              <a:t>: )</a:t>
            </a:r>
          </a:p>
          <a:p>
            <a:pPr defTabSz="714192">
              <a:defRPr/>
            </a:pPr>
            <a:r>
              <a:rPr lang="en-US" altLang="ko-KR" sz="1100" b="1" dirty="0">
                <a:solidFill>
                  <a:schemeClr val="dk1"/>
                </a:solidFill>
              </a:rPr>
              <a:t>WORD </a:t>
            </a:r>
            <a:r>
              <a:rPr lang="en-US" altLang="ko-KR" sz="1100" dirty="0">
                <a:solidFill>
                  <a:schemeClr val="dk1"/>
                </a:solidFill>
              </a:rPr>
              <a:t>– Definition (</a:t>
            </a:r>
            <a:r>
              <a:rPr lang="en-US" altLang="ko-KR" sz="1100" b="1" dirty="0">
                <a:solidFill>
                  <a:schemeClr val="dk1"/>
                </a:solidFill>
              </a:rPr>
              <a:t>Activity</a:t>
            </a:r>
            <a:r>
              <a:rPr lang="en-US" altLang="ko-KR" sz="1100" dirty="0">
                <a:solidFill>
                  <a:schemeClr val="dk1"/>
                </a:solidFill>
              </a:rPr>
              <a:t>: )</a:t>
            </a:r>
          </a:p>
          <a:p>
            <a:pPr defTabSz="714192">
              <a:defRPr/>
            </a:pPr>
            <a:r>
              <a:rPr lang="en-US" altLang="ko-KR" sz="1100" b="1" dirty="0">
                <a:solidFill>
                  <a:schemeClr val="dk1"/>
                </a:solidFill>
              </a:rPr>
              <a:t>WORD </a:t>
            </a:r>
            <a:r>
              <a:rPr lang="en-US" altLang="ko-KR" sz="1100" dirty="0">
                <a:solidFill>
                  <a:schemeClr val="dk1"/>
                </a:solidFill>
              </a:rPr>
              <a:t>– Definition (</a:t>
            </a:r>
            <a:r>
              <a:rPr lang="en-US" altLang="ko-KR" sz="1100" b="1" dirty="0">
                <a:solidFill>
                  <a:schemeClr val="dk1"/>
                </a:solidFill>
              </a:rPr>
              <a:t>Activity</a:t>
            </a:r>
            <a:r>
              <a:rPr lang="en-US" altLang="ko-KR" sz="1100" dirty="0">
                <a:solidFill>
                  <a:schemeClr val="dk1"/>
                </a:solidFill>
              </a:rPr>
              <a:t>: )</a:t>
            </a:r>
          </a:p>
          <a:p>
            <a:pPr defTabSz="714192">
              <a:defRPr/>
            </a:pPr>
            <a:r>
              <a:rPr lang="en-US" altLang="ko-KR" sz="1100" b="1" dirty="0">
                <a:solidFill>
                  <a:schemeClr val="dk1"/>
                </a:solidFill>
              </a:rPr>
              <a:t>WORD </a:t>
            </a:r>
            <a:r>
              <a:rPr lang="en-US" altLang="ko-KR" sz="1100" dirty="0">
                <a:solidFill>
                  <a:schemeClr val="dk1"/>
                </a:solidFill>
              </a:rPr>
              <a:t>– Definition (</a:t>
            </a:r>
            <a:r>
              <a:rPr lang="en-US" altLang="ko-KR" sz="1100" b="1" dirty="0">
                <a:solidFill>
                  <a:schemeClr val="dk1"/>
                </a:solidFill>
              </a:rPr>
              <a:t>Activity</a:t>
            </a:r>
            <a:r>
              <a:rPr lang="en-US" altLang="ko-KR" sz="1100" dirty="0">
                <a:solidFill>
                  <a:schemeClr val="dk1"/>
                </a:solidFill>
              </a:rPr>
              <a:t>: )</a:t>
            </a:r>
          </a:p>
          <a:p>
            <a:pPr defTabSz="714192">
              <a:defRPr/>
            </a:pPr>
            <a:endParaRPr lang="en-US" altLang="ko-KR" sz="1100" dirty="0">
              <a:solidFill>
                <a:schemeClr val="dk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CCCCBBF9-1E1E-9D47-669A-BD2FFA5706A0}"/>
              </a:ext>
            </a:extLst>
          </p:cNvPr>
          <p:cNvSpPr/>
          <p:nvPr/>
        </p:nvSpPr>
        <p:spPr>
          <a:xfrm>
            <a:off x="3795386" y="480786"/>
            <a:ext cx="2856908" cy="522406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226" tIns="47613" rIns="95226" bIns="47613" rtlCol="0" anchor="ctr"/>
          <a:lstStyle/>
          <a:p>
            <a:pPr algn="ctr"/>
            <a:r>
              <a:rPr lang="en-US" altLang="ko-KR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edit the header, click "View" &gt; "Slide Master",  and go to the very first slide. Add your header, click "Close Master View", and then delete this box.</a:t>
            </a:r>
            <a:endParaRPr lang="ko-KR" altLang="en-US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1F0453AB-CA4C-20FC-7EAC-19BB341CBB63}"/>
              </a:ext>
            </a:extLst>
          </p:cNvPr>
          <p:cNvSpPr/>
          <p:nvPr/>
        </p:nvSpPr>
        <p:spPr>
          <a:xfrm>
            <a:off x="1578077" y="9796050"/>
            <a:ext cx="4739600" cy="208544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226" tIns="47613" rIns="95226" bIns="47613" rtlCol="0" anchor="ctr"/>
          <a:lstStyle/>
          <a:p>
            <a:pPr algn="ctr"/>
            <a:r>
              <a:rPr lang="en-US" altLang="ko-KR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Please edit the filename in "Slide Master" on the second slide. Delete this box after editing.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EA8B5E7C-2A8B-114E-18D6-B3F10DFE84FB}"/>
              </a:ext>
            </a:extLst>
          </p:cNvPr>
          <p:cNvSpPr/>
          <p:nvPr/>
        </p:nvSpPr>
        <p:spPr>
          <a:xfrm>
            <a:off x="477169" y="4368515"/>
            <a:ext cx="6175125" cy="63553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226" tIns="47613" rIns="95226" bIns="47613" rtlCol="0" anchor="ctr"/>
          <a:lstStyle/>
          <a:p>
            <a:pPr>
              <a:lnSpc>
                <a:spcPct val="107000"/>
              </a:lnSpc>
            </a:pPr>
            <a:r>
              <a:rPr lang="en-GB" altLang="ko-KR" sz="1100" b="1" i="1" dirty="0">
                <a:solidFill>
                  <a:schemeClr val="tx1"/>
                </a:solidFill>
                <a:cs typeface="Arial"/>
              </a:rPr>
              <a:t>Timing</a:t>
            </a:r>
            <a:r>
              <a:rPr lang="en-GB" altLang="ko-KR" sz="1100" i="1" dirty="0">
                <a:solidFill>
                  <a:schemeClr val="tx1"/>
                </a:solidFill>
                <a:cs typeface="Arial"/>
              </a:rPr>
              <a:t>: 5-7 minutes.</a:t>
            </a:r>
            <a:br>
              <a:rPr lang="en-GB" altLang="ko-KR" sz="1100" i="1" dirty="0">
                <a:solidFill>
                  <a:schemeClr val="tx1"/>
                </a:solidFill>
                <a:cs typeface="Arial"/>
              </a:rPr>
            </a:br>
            <a:r>
              <a:rPr lang="en-GB" altLang="ko-KR" sz="1100" b="1" i="1" dirty="0">
                <a:solidFill>
                  <a:schemeClr val="tx1"/>
                </a:solidFill>
                <a:cs typeface="Arial"/>
              </a:rPr>
              <a:t>Notes</a:t>
            </a:r>
            <a:r>
              <a:rPr lang="en-GB" altLang="ko-KR" sz="1100" i="1" dirty="0">
                <a:solidFill>
                  <a:schemeClr val="tx1"/>
                </a:solidFill>
                <a:cs typeface="Arial"/>
              </a:rPr>
              <a:t>: Discussion questions should elicit discussion – do not use yes/no questions. Start the class with discussions questions, not “How was your weekend?”.</a:t>
            </a:r>
            <a:endParaRPr lang="ko-KR" altLang="ko-KR" sz="1100" i="1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F8CCB399-4A57-C68E-32DC-F39246ED2CAF}"/>
              </a:ext>
            </a:extLst>
          </p:cNvPr>
          <p:cNvSpPr/>
          <p:nvPr/>
        </p:nvSpPr>
        <p:spPr>
          <a:xfrm>
            <a:off x="3564732" y="5878542"/>
            <a:ext cx="2856908" cy="522406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226" tIns="47613" rIns="95226" bIns="47613" rtlCol="0" anchor="ctr"/>
          <a:lstStyle/>
          <a:p>
            <a:pPr algn="ctr"/>
            <a:r>
              <a:rPr lang="en-US" altLang="ko-KR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PLEASE DO NOT INCLUDE ANY PLE ACTIVITIES ON THE PPT. </a:t>
            </a:r>
            <a:br>
              <a:rPr lang="en-US" altLang="ko-KR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Please delete this box.</a:t>
            </a:r>
            <a:endParaRPr lang="ko-KR" altLang="en-US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F8CCB399-4A57-C68E-32DC-F39246ED2CAF}"/>
              </a:ext>
            </a:extLst>
          </p:cNvPr>
          <p:cNvSpPr/>
          <p:nvPr/>
        </p:nvSpPr>
        <p:spPr>
          <a:xfrm>
            <a:off x="2193132" y="1972155"/>
            <a:ext cx="3890676" cy="658808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226" tIns="47613" rIns="95226" bIns="47613" rtlCol="0" anchor="ctr"/>
          <a:lstStyle/>
          <a:p>
            <a:pPr algn="ctr"/>
            <a:r>
              <a:rPr lang="en-US" altLang="ko-KR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Dropbox, see</a:t>
            </a:r>
          </a:p>
          <a:p>
            <a:pPr algn="ctr"/>
            <a:r>
              <a:rPr lang="en-US" altLang="ko-KR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– Elementary / 2- Online Essays / 3 – Additional Essay Resources</a:t>
            </a:r>
          </a:p>
          <a:p>
            <a:pPr algn="ctr"/>
            <a:r>
              <a:rPr lang="en-US" altLang="ko-KR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Theseus Paragraph Writing Explained</a:t>
            </a:r>
          </a:p>
          <a:p>
            <a:pPr algn="ctr"/>
            <a:r>
              <a:rPr lang="en-US" altLang="ko-KR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Please delete this box.</a:t>
            </a:r>
            <a:endParaRPr lang="ko-KR" altLang="en-US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8757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644BF2B6-B250-289B-A012-97739D8DFE95}"/>
              </a:ext>
            </a:extLst>
          </p:cNvPr>
          <p:cNvGrpSpPr/>
          <p:nvPr/>
        </p:nvGrpSpPr>
        <p:grpSpPr>
          <a:xfrm>
            <a:off x="477169" y="1321314"/>
            <a:ext cx="6175125" cy="3153149"/>
            <a:chOff x="459000" y="5736308"/>
            <a:chExt cx="5940000" cy="2465756"/>
          </a:xfrm>
        </p:grpSpPr>
        <p:sp>
          <p:nvSpPr>
            <p:cNvPr id="5" name="Rectangle 4"/>
            <p:cNvSpPr/>
            <p:nvPr/>
          </p:nvSpPr>
          <p:spPr>
            <a:xfrm>
              <a:off x="459000" y="5736308"/>
              <a:ext cx="5940000" cy="1590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07000"/>
                </a:lnSpc>
              </a:pPr>
              <a:r>
                <a:rPr lang="en-US" altLang="ko-KR" sz="1100" b="1" i="1" dirty="0">
                  <a:solidFill>
                    <a:schemeClr val="tx1"/>
                  </a:solidFill>
                  <a:cs typeface="Arial"/>
                </a:rPr>
                <a:t>Warm-up: </a:t>
              </a:r>
              <a:r>
                <a:rPr lang="en-US" altLang="ko-KR" sz="1100" i="1" dirty="0">
                  <a:solidFill>
                    <a:schemeClr val="tx1"/>
                  </a:solidFill>
                  <a:cs typeface="Arial"/>
                </a:rPr>
                <a:t>An engaging activity that subtly introduces the skill or expands upon the topic.</a:t>
              </a:r>
              <a:endParaRPr lang="ko-KR" altLang="ko-KR" sz="1100" i="1" dirty="0">
                <a:solidFill>
                  <a:schemeClr val="tx1"/>
                </a:solidFill>
                <a:cs typeface="Arial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59000" y="6222249"/>
              <a:ext cx="5940000" cy="19798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r>
                <a:rPr lang="en-US" altLang="ko-KR" sz="1100" b="1" dirty="0">
                  <a:solidFill>
                    <a:schemeClr val="dk1"/>
                  </a:solidFill>
                </a:rPr>
                <a:t>Part 1: Title</a:t>
              </a:r>
            </a:p>
            <a:p>
              <a:r>
                <a:rPr lang="en-US" altLang="ko-KR" sz="1100" b="1" dirty="0">
                  <a:solidFill>
                    <a:schemeClr val="dk1"/>
                  </a:solidFill>
                </a:rPr>
                <a:t>Purpose: </a:t>
              </a:r>
              <a:r>
                <a:rPr lang="en-US" altLang="ko-KR" sz="1100" b="1" dirty="0">
                  <a:solidFill>
                    <a:schemeClr val="dk1"/>
                  </a:solidFill>
                  <a:highlight>
                    <a:srgbClr val="FFFF00"/>
                  </a:highlight>
                </a:rPr>
                <a:t>Please write the purpose of the activity and what students should achieve</a:t>
              </a:r>
              <a:endParaRPr lang="en-US" altLang="ko-KR" sz="1100" b="1" dirty="0">
                <a:solidFill>
                  <a:schemeClr val="dk1"/>
                </a:solidFill>
              </a:endParaRPr>
            </a:p>
            <a:p>
              <a:endParaRPr lang="en-US" altLang="ko-KR" sz="1100" dirty="0"/>
            </a:p>
            <a:p>
              <a:r>
                <a:rPr lang="en-US" altLang="ko-KR" sz="1100" b="1" dirty="0"/>
                <a:t>Key Instructions</a:t>
              </a:r>
              <a:r>
                <a:rPr lang="en-US" altLang="ko-KR" sz="1100" dirty="0"/>
                <a:t>:</a:t>
              </a:r>
              <a:br>
                <a:rPr lang="en-US" altLang="ko-KR" sz="1100" dirty="0"/>
              </a:br>
              <a:r>
                <a:rPr lang="en-US" altLang="ko-KR" sz="1100" dirty="0"/>
                <a:t/>
              </a:r>
              <a:br>
                <a:rPr lang="en-US" altLang="ko-KR" sz="1100" dirty="0"/>
              </a:br>
              <a:r>
                <a:rPr lang="en-US" altLang="ko-KR" sz="1100" b="1" dirty="0"/>
                <a:t>Additional</a:t>
              </a:r>
              <a:r>
                <a:rPr lang="en-US" altLang="ko-KR" sz="1100" dirty="0"/>
                <a:t> </a:t>
              </a:r>
              <a:r>
                <a:rPr lang="en-US" altLang="ko-KR" sz="1100" b="1" dirty="0"/>
                <a:t>Notes</a:t>
              </a:r>
              <a:r>
                <a:rPr lang="en-US" altLang="ko-KR" sz="1100" dirty="0"/>
                <a:t>: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xmlns="" id="{0BB5C8F6-D87C-D39B-BEF0-11425A174D72}"/>
                </a:ext>
              </a:extLst>
            </p:cNvPr>
            <p:cNvSpPr/>
            <p:nvPr/>
          </p:nvSpPr>
          <p:spPr>
            <a:xfrm>
              <a:off x="459000" y="5895379"/>
              <a:ext cx="5940000" cy="3268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07000"/>
                </a:lnSpc>
              </a:pPr>
              <a:r>
                <a:rPr lang="en-GB" altLang="ko-KR" sz="1100" b="1" i="1" dirty="0">
                  <a:solidFill>
                    <a:schemeClr val="tx1"/>
                  </a:solidFill>
                  <a:cs typeface="Arial"/>
                </a:rPr>
                <a:t>Timing</a:t>
              </a:r>
              <a:r>
                <a:rPr lang="en-GB" altLang="ko-KR" sz="1100" i="1" dirty="0">
                  <a:solidFill>
                    <a:schemeClr val="tx1"/>
                  </a:solidFill>
                  <a:cs typeface="Arial"/>
                </a:rPr>
                <a:t>: 7-10 minutes.</a:t>
              </a:r>
              <a:br>
                <a:rPr lang="en-GB" altLang="ko-KR" sz="1100" i="1" dirty="0">
                  <a:solidFill>
                    <a:schemeClr val="tx1"/>
                  </a:solidFill>
                  <a:cs typeface="Arial"/>
                </a:rPr>
              </a:br>
              <a:r>
                <a:rPr lang="en-GB" altLang="ko-KR" sz="1100" b="1" i="1" dirty="0">
                  <a:solidFill>
                    <a:schemeClr val="tx1"/>
                  </a:solidFill>
                  <a:cs typeface="Arial"/>
                </a:rPr>
                <a:t>Notes</a:t>
              </a:r>
              <a:r>
                <a:rPr lang="en-GB" altLang="ko-KR" sz="1100" i="1" dirty="0">
                  <a:solidFill>
                    <a:schemeClr val="tx1"/>
                  </a:solidFill>
                  <a:cs typeface="Arial"/>
                </a:rPr>
                <a:t>: Consider if the activity encourages participation from all students. Avoid yes/no interactions.</a:t>
              </a:r>
              <a:endParaRPr lang="ko-KR" altLang="ko-KR" sz="1100" i="1" dirty="0">
                <a:solidFill>
                  <a:schemeClr val="tx1"/>
                </a:solidFill>
                <a:cs typeface="Arial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C365423D-B668-20A7-0509-36A4087CA3C0}"/>
              </a:ext>
            </a:extLst>
          </p:cNvPr>
          <p:cNvGrpSpPr/>
          <p:nvPr/>
        </p:nvGrpSpPr>
        <p:grpSpPr>
          <a:xfrm>
            <a:off x="477166" y="4758147"/>
            <a:ext cx="6175125" cy="4737765"/>
            <a:chOff x="459000" y="1323381"/>
            <a:chExt cx="5940000" cy="385018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B895CECB-083B-63BE-8710-EF894DEA7A22}"/>
                </a:ext>
              </a:extLst>
            </p:cNvPr>
            <p:cNvSpPr/>
            <p:nvPr/>
          </p:nvSpPr>
          <p:spPr>
            <a:xfrm>
              <a:off x="459000" y="1323381"/>
              <a:ext cx="5940000" cy="21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07000"/>
                </a:lnSpc>
              </a:pPr>
              <a:r>
                <a:rPr lang="en-US" altLang="ko-KR" sz="1100" b="1" i="1" dirty="0">
                  <a:solidFill>
                    <a:schemeClr val="tx1"/>
                  </a:solidFill>
                  <a:cs typeface="Arial"/>
                </a:rPr>
                <a:t>Teach: </a:t>
              </a:r>
              <a:r>
                <a:rPr lang="en-US" altLang="ko-KR" sz="1100" i="1" dirty="0">
                  <a:solidFill>
                    <a:schemeClr val="tx1"/>
                  </a:solidFill>
                  <a:cs typeface="Arial"/>
                </a:rPr>
                <a:t>Teach the target skill or language.</a:t>
              </a:r>
              <a:endParaRPr lang="ko-KR" altLang="ko-KR" sz="1100" i="1" dirty="0">
                <a:solidFill>
                  <a:schemeClr val="tx1"/>
                </a:solidFill>
                <a:cs typeface="Arial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88B90C2F-D608-BEC2-FA0A-5641DF131DB4}"/>
                </a:ext>
              </a:extLst>
            </p:cNvPr>
            <p:cNvSpPr txBox="1"/>
            <p:nvPr/>
          </p:nvSpPr>
          <p:spPr>
            <a:xfrm>
              <a:off x="459000" y="2230471"/>
              <a:ext cx="5940000" cy="29430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r>
                <a:rPr lang="en-US" altLang="ko-KR" sz="1100" b="1" dirty="0">
                  <a:solidFill>
                    <a:schemeClr val="dk1"/>
                  </a:solidFill>
                </a:rPr>
                <a:t>Purpose: To teach the target skill in a comprehensive and engaging way.</a:t>
              </a:r>
            </a:p>
            <a:p>
              <a:endParaRPr lang="en-US" altLang="ko-KR" sz="1100" dirty="0">
                <a:solidFill>
                  <a:schemeClr val="dk1"/>
                </a:solidFill>
              </a:endParaRPr>
            </a:p>
            <a:p>
              <a:r>
                <a:rPr lang="en-US" altLang="ko-KR" sz="1100" b="1" dirty="0">
                  <a:solidFill>
                    <a:schemeClr val="dk1"/>
                  </a:solidFill>
                </a:rPr>
                <a:t>Target Skill/Language</a:t>
              </a:r>
              <a:r>
                <a:rPr lang="en-US" altLang="ko-KR" sz="1100" dirty="0">
                  <a:solidFill>
                    <a:schemeClr val="dk1"/>
                  </a:solidFill>
                </a:rPr>
                <a:t>: </a:t>
              </a:r>
            </a:p>
            <a:p>
              <a:endParaRPr lang="en-US" altLang="ko-KR" sz="1100" b="1" u="sng" dirty="0"/>
            </a:p>
            <a:p>
              <a:pPr algn="ctr"/>
              <a:r>
                <a:rPr lang="en-US" altLang="ko-KR" sz="1100" b="1" u="sng" dirty="0"/>
                <a:t>Boardwork Preparation Notes</a:t>
              </a:r>
            </a:p>
            <a:p>
              <a:pPr algn="ctr"/>
              <a:endParaRPr lang="en-US" altLang="ko-KR" sz="1100" b="1" dirty="0"/>
            </a:p>
            <a:p>
              <a:r>
                <a:rPr lang="en-US" altLang="ko-KR" sz="1100" b="1" dirty="0"/>
                <a:t>Skill Explanation: </a:t>
              </a:r>
              <a:br>
                <a:rPr lang="en-US" altLang="ko-KR" sz="1100" b="1" dirty="0"/>
              </a:br>
              <a:r>
                <a:rPr lang="en-US" altLang="ko-KR" sz="1100" b="1" dirty="0"/>
                <a:t/>
              </a:r>
              <a:br>
                <a:rPr lang="en-US" altLang="ko-KR" sz="1100" b="1" dirty="0"/>
              </a:br>
              <a:r>
                <a:rPr lang="en-US" altLang="ko-KR" sz="1100" b="1" dirty="0"/>
                <a:t/>
              </a:r>
              <a:br>
                <a:rPr lang="en-US" altLang="ko-KR" sz="1100" b="1" dirty="0"/>
              </a:br>
              <a:r>
                <a:rPr lang="en-US" altLang="ko-KR" sz="1100" b="1" dirty="0"/>
                <a:t>Language Structure &amp; Boardwork Layout:</a:t>
              </a:r>
              <a:br>
                <a:rPr lang="en-US" altLang="ko-KR" sz="1100" b="1" dirty="0"/>
              </a:br>
              <a:r>
                <a:rPr lang="en-US" altLang="ko-KR" sz="1100" b="1" dirty="0"/>
                <a:t/>
              </a:r>
              <a:br>
                <a:rPr lang="en-US" altLang="ko-KR" sz="1100" b="1" dirty="0"/>
              </a:br>
              <a:r>
                <a:rPr lang="en-US" altLang="ko-KR" sz="1100" b="1" dirty="0"/>
                <a:t/>
              </a:r>
              <a:br>
                <a:rPr lang="en-US" altLang="ko-KR" sz="1100" b="1" dirty="0"/>
              </a:br>
              <a:r>
                <a:rPr lang="en-US" altLang="ko-KR" sz="1100" b="1" dirty="0"/>
                <a:t/>
              </a:r>
              <a:br>
                <a:rPr lang="en-US" altLang="ko-KR" sz="1100" b="1" dirty="0"/>
              </a:br>
              <a:r>
                <a:rPr lang="en-US" altLang="ko-KR" sz="1100" b="1" dirty="0"/>
                <a:t/>
              </a:r>
              <a:br>
                <a:rPr lang="en-US" altLang="ko-KR" sz="1100" b="1" dirty="0"/>
              </a:br>
              <a:r>
                <a:rPr lang="en-US" altLang="ko-KR" sz="1100" b="1" dirty="0"/>
                <a:t/>
              </a:r>
              <a:br>
                <a:rPr lang="en-US" altLang="ko-KR" sz="1100" b="1" dirty="0"/>
              </a:br>
              <a:r>
                <a:rPr lang="en-US" altLang="ko-KR" sz="1100" b="1" dirty="0"/>
                <a:t/>
              </a:r>
              <a:br>
                <a:rPr lang="en-US" altLang="ko-KR" sz="1100" b="1" dirty="0"/>
              </a:br>
              <a:r>
                <a:rPr lang="en-US" altLang="ko-KR" sz="1100" b="1" dirty="0"/>
                <a:t/>
              </a:r>
              <a:br>
                <a:rPr lang="en-US" altLang="ko-KR" sz="1100" b="1" dirty="0"/>
              </a:br>
              <a:r>
                <a:rPr lang="en-US" altLang="ko-KR" sz="1100" b="1" dirty="0"/>
                <a:t>Teaching Considerations &amp; CCQs:</a:t>
              </a:r>
            </a:p>
            <a:p>
              <a:endParaRPr lang="en-US" altLang="ko-KR" sz="1100" b="1" dirty="0"/>
            </a:p>
            <a:p>
              <a:endParaRPr lang="en-US" altLang="ko-KR" sz="1100" b="1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CF9CE1BA-8F1A-7C7A-25C6-E91C775CBF64}"/>
                </a:ext>
              </a:extLst>
            </p:cNvPr>
            <p:cNvSpPr/>
            <p:nvPr/>
          </p:nvSpPr>
          <p:spPr>
            <a:xfrm>
              <a:off x="459000" y="1539381"/>
              <a:ext cx="5940000" cy="6910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07000"/>
                </a:lnSpc>
              </a:pPr>
              <a:r>
                <a:rPr lang="en-GB" altLang="ko-KR" sz="1100" b="1" i="1" dirty="0">
                  <a:solidFill>
                    <a:schemeClr val="tx1"/>
                  </a:solidFill>
                  <a:cs typeface="Arial"/>
                </a:rPr>
                <a:t>Timing</a:t>
              </a:r>
              <a:r>
                <a:rPr lang="en-GB" altLang="ko-KR" sz="1100" i="1" dirty="0">
                  <a:solidFill>
                    <a:schemeClr val="tx1"/>
                  </a:solidFill>
                  <a:cs typeface="Arial"/>
                </a:rPr>
                <a:t>: 5 minutes.</a:t>
              </a:r>
              <a:br>
                <a:rPr lang="en-GB" altLang="ko-KR" sz="1100" i="1" dirty="0">
                  <a:solidFill>
                    <a:schemeClr val="tx1"/>
                  </a:solidFill>
                  <a:cs typeface="Arial"/>
                </a:rPr>
              </a:br>
              <a:r>
                <a:rPr lang="en-GB" altLang="ko-KR" sz="1100" b="1" i="1" dirty="0">
                  <a:solidFill>
                    <a:schemeClr val="tx1"/>
                  </a:solidFill>
                  <a:cs typeface="Arial"/>
                </a:rPr>
                <a:t>Notes</a:t>
              </a:r>
              <a:r>
                <a:rPr lang="en-GB" altLang="ko-KR" sz="1100" i="1" dirty="0">
                  <a:solidFill>
                    <a:schemeClr val="tx1"/>
                  </a:solidFill>
                  <a:cs typeface="Arial"/>
                </a:rPr>
                <a:t>: Teacher focused but CCQs should be used frequently and examples elicited from students. Prior preparation is required to ensure student engagement and understanding. </a:t>
              </a:r>
              <a:r>
                <a:rPr lang="en-GB" altLang="ko-KR" sz="1100" b="1" i="1" dirty="0">
                  <a:solidFill>
                    <a:schemeClr val="tx1"/>
                  </a:solidFill>
                  <a:cs typeface="Arial"/>
                </a:rPr>
                <a:t>Teachers will complete the Boardwork Preparation Notes themselves before teaching the lesson.</a:t>
              </a:r>
              <a:endParaRPr lang="ko-KR" altLang="ko-KR" sz="1100" b="1" i="1" dirty="0">
                <a:solidFill>
                  <a:schemeClr val="tx1"/>
                </a:solidFill>
                <a:cs typeface="Arial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D4A30C4-2072-220B-A8D8-F28EEB2F869B}"/>
              </a:ext>
            </a:extLst>
          </p:cNvPr>
          <p:cNvSpPr/>
          <p:nvPr/>
        </p:nvSpPr>
        <p:spPr>
          <a:xfrm>
            <a:off x="2136273" y="7387975"/>
            <a:ext cx="2856908" cy="984533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226" tIns="47613" rIns="95226" bIns="47613" rtlCol="0" anchor="ctr"/>
          <a:lstStyle/>
          <a:p>
            <a:pPr algn="ctr"/>
            <a:r>
              <a:rPr lang="en-US" altLang="ko-KR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Please add only the Target Skill / Language above.</a:t>
            </a:r>
          </a:p>
          <a:p>
            <a:pPr algn="ctr"/>
            <a:endParaRPr lang="en-US" altLang="ko-KR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Boardwork Preparation Notes are to be completed by individual teachers before class.</a:t>
            </a:r>
          </a:p>
          <a:p>
            <a:pPr algn="ctr"/>
            <a:r>
              <a:rPr lang="en-US" altLang="ko-KR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altLang="ko-KR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Please delete this box.</a:t>
            </a:r>
            <a:endParaRPr lang="ko-KR" altLang="en-US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11EBDA4B-1192-0DBC-25D5-A15BF19420BD}"/>
              </a:ext>
            </a:extLst>
          </p:cNvPr>
          <p:cNvSpPr/>
          <p:nvPr/>
        </p:nvSpPr>
        <p:spPr>
          <a:xfrm>
            <a:off x="5972399" y="6140141"/>
            <a:ext cx="5261656" cy="2652322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226" tIns="47613" rIns="95226" bIns="47613" rtlCol="0" anchor="ctr"/>
          <a:lstStyle/>
          <a:p>
            <a:pPr algn="ctr"/>
            <a:endParaRPr lang="en-US" altLang="ko-KR" sz="1400" dirty="0">
              <a:solidFill>
                <a:srgbClr val="FF0000"/>
              </a:solidFill>
            </a:endParaRPr>
          </a:p>
          <a:p>
            <a:pPr algn="ctr"/>
            <a:r>
              <a:rPr lang="en-US" altLang="ko-KR" sz="1400" b="1" u="sng" dirty="0">
                <a:solidFill>
                  <a:srgbClr val="FF0000"/>
                </a:solidFill>
              </a:rPr>
              <a:t>ATTENTION</a:t>
            </a:r>
          </a:p>
          <a:p>
            <a:pPr algn="ctr"/>
            <a:r>
              <a:rPr lang="en-GB" altLang="ko-KR" sz="1400" dirty="0">
                <a:solidFill>
                  <a:srgbClr val="FF0000"/>
                </a:solidFill>
              </a:rPr>
              <a:t>This is a </a:t>
            </a:r>
            <a:r>
              <a:rPr lang="en-GB" altLang="ko-KR" sz="1400" b="1" u="sng" dirty="0">
                <a:solidFill>
                  <a:srgbClr val="FF0000"/>
                </a:solidFill>
              </a:rPr>
              <a:t>REVIEW</a:t>
            </a:r>
            <a:r>
              <a:rPr lang="en-GB" altLang="ko-KR" sz="1400" dirty="0">
                <a:solidFill>
                  <a:srgbClr val="FF0000"/>
                </a:solidFill>
              </a:rPr>
              <a:t> slide. Not the teaching slide.</a:t>
            </a:r>
          </a:p>
          <a:p>
            <a:pPr algn="ctr"/>
            <a:endParaRPr lang="en-GB" altLang="ko-KR" sz="1400" dirty="0">
              <a:solidFill>
                <a:srgbClr val="FF0000"/>
              </a:solidFill>
            </a:endParaRPr>
          </a:p>
          <a:p>
            <a:pPr algn="ctr"/>
            <a:r>
              <a:rPr lang="en-GB" altLang="ko-KR" sz="1400" dirty="0">
                <a:solidFill>
                  <a:srgbClr val="FF0000"/>
                </a:solidFill>
              </a:rPr>
              <a:t>You </a:t>
            </a:r>
            <a:r>
              <a:rPr lang="en-GB" altLang="ko-KR" sz="1400" b="1" u="sng" dirty="0">
                <a:solidFill>
                  <a:srgbClr val="FF0000"/>
                </a:solidFill>
              </a:rPr>
              <a:t>MUST</a:t>
            </a:r>
            <a:r>
              <a:rPr lang="en-GB" altLang="ko-KR" sz="1400" b="1" dirty="0">
                <a:solidFill>
                  <a:srgbClr val="FF0000"/>
                </a:solidFill>
              </a:rPr>
              <a:t> </a:t>
            </a:r>
            <a:r>
              <a:rPr lang="en-GB" altLang="ko-KR" sz="1400" dirty="0">
                <a:solidFill>
                  <a:srgbClr val="FF0000"/>
                </a:solidFill>
              </a:rPr>
              <a:t>teach target skill/language yourself, using the board before using this slide to review. Complete the Boardwork Preparation Notes section on the teacher’s page before class.</a:t>
            </a:r>
            <a:br>
              <a:rPr lang="en-GB" altLang="ko-KR" sz="1400" dirty="0">
                <a:solidFill>
                  <a:srgbClr val="FF0000"/>
                </a:solidFill>
              </a:rPr>
            </a:br>
            <a:r>
              <a:rPr lang="en-GB" altLang="ko-KR" sz="1400" dirty="0">
                <a:solidFill>
                  <a:srgbClr val="FF0000"/>
                </a:solidFill>
              </a:rPr>
              <a:t/>
            </a:r>
            <a:br>
              <a:rPr lang="en-GB" altLang="ko-KR" sz="1400" dirty="0">
                <a:solidFill>
                  <a:srgbClr val="FF0000"/>
                </a:solidFill>
              </a:rPr>
            </a:br>
            <a:r>
              <a:rPr lang="en-GB" altLang="ko-KR" sz="1400" dirty="0">
                <a:solidFill>
                  <a:srgbClr val="FF0000"/>
                </a:solidFill>
              </a:rPr>
              <a:t>Delete this box before class as </a:t>
            </a:r>
            <a:r>
              <a:rPr lang="en-GB" altLang="ko-KR" sz="1400" b="1" u="sng" dirty="0">
                <a:solidFill>
                  <a:srgbClr val="FF0000"/>
                </a:solidFill>
              </a:rPr>
              <a:t>confirmation</a:t>
            </a:r>
            <a:r>
              <a:rPr lang="en-GB" altLang="ko-KR" sz="1400" dirty="0">
                <a:solidFill>
                  <a:srgbClr val="FF0000"/>
                </a:solidFill>
              </a:rPr>
              <a:t> that you understand the above and are prepared to teach the class.</a:t>
            </a:r>
            <a:br>
              <a:rPr lang="en-GB" altLang="ko-KR" sz="1400" dirty="0">
                <a:solidFill>
                  <a:srgbClr val="FF0000"/>
                </a:solidFill>
              </a:rPr>
            </a:br>
            <a:r>
              <a:rPr lang="en-GB" altLang="ko-KR" sz="1400" dirty="0">
                <a:solidFill>
                  <a:srgbClr val="FF0000"/>
                </a:solidFill>
              </a:rPr>
              <a:t/>
            </a:r>
            <a:br>
              <a:rPr lang="en-GB" altLang="ko-KR" sz="1400" dirty="0">
                <a:solidFill>
                  <a:srgbClr val="FF0000"/>
                </a:solidFill>
              </a:rPr>
            </a:br>
            <a:r>
              <a:rPr lang="en-GB" altLang="ko-KR" sz="1400" dirty="0">
                <a:solidFill>
                  <a:srgbClr val="FF0000"/>
                </a:solidFill>
              </a:rPr>
              <a:t>Please delete or hide this slide if you do not wish to use it.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23A954BE-357D-D7A6-7D3B-071687103BA3}"/>
              </a:ext>
            </a:extLst>
          </p:cNvPr>
          <p:cNvSpPr/>
          <p:nvPr/>
        </p:nvSpPr>
        <p:spPr>
          <a:xfrm>
            <a:off x="7053464" y="5695597"/>
            <a:ext cx="3099525" cy="62329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226" tIns="47613" rIns="95226" bIns="47613" rtlCol="0" anchor="ctr"/>
          <a:lstStyle/>
          <a:p>
            <a:pPr algn="ctr"/>
            <a:r>
              <a:rPr lang="en-US" altLang="ko-KR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Copy the </a:t>
            </a:r>
            <a:r>
              <a:rPr lang="en-US" altLang="ko-KR" sz="9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ATTENTION</a:t>
            </a:r>
            <a:r>
              <a:rPr lang="en-US" altLang="ko-KR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box to the skill/grammar review slide of your (PPT). Please delete the box from this file (DOC) </a:t>
            </a:r>
          </a:p>
          <a:p>
            <a:pPr algn="ctr"/>
            <a:r>
              <a:rPr lang="en-US" altLang="ko-KR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Note: </a:t>
            </a:r>
            <a:r>
              <a:rPr lang="en-US" altLang="ko-KR" sz="9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Place in </a:t>
            </a:r>
            <a:r>
              <a:rPr lang="en-US" altLang="ko-KR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middle of the review slide.</a:t>
            </a:r>
          </a:p>
        </p:txBody>
      </p:sp>
    </p:spTree>
    <p:extLst>
      <p:ext uri="{BB962C8B-B14F-4D97-AF65-F5344CB8AC3E}">
        <p14:creationId xmlns:p14="http://schemas.microsoft.com/office/powerpoint/2010/main" val="3620555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A384AA4A-B2CB-3E7B-2048-D594AD97B474}"/>
              </a:ext>
            </a:extLst>
          </p:cNvPr>
          <p:cNvGrpSpPr/>
          <p:nvPr/>
        </p:nvGrpSpPr>
        <p:grpSpPr>
          <a:xfrm>
            <a:off x="477167" y="1371598"/>
            <a:ext cx="6175125" cy="8229602"/>
            <a:chOff x="459000" y="1323381"/>
            <a:chExt cx="5940000" cy="7891918"/>
          </a:xfrm>
        </p:grpSpPr>
        <p:sp>
          <p:nvSpPr>
            <p:cNvPr id="9" name="Rectangle 8"/>
            <p:cNvSpPr/>
            <p:nvPr/>
          </p:nvSpPr>
          <p:spPr>
            <a:xfrm>
              <a:off x="459000" y="1323381"/>
              <a:ext cx="5940000" cy="21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07000"/>
                </a:lnSpc>
              </a:pPr>
              <a:r>
                <a:rPr lang="en-US" altLang="ko-KR" sz="1100" b="1" i="1" dirty="0">
                  <a:solidFill>
                    <a:schemeClr val="tx1"/>
                  </a:solidFill>
                  <a:cs typeface="Arial"/>
                </a:rPr>
                <a:t>Practice: </a:t>
              </a:r>
              <a:r>
                <a:rPr lang="en-US" altLang="ko-KR" sz="1100" i="1" dirty="0">
                  <a:solidFill>
                    <a:schemeClr val="tx1"/>
                  </a:solidFill>
                  <a:cs typeface="Arial"/>
                </a:rPr>
                <a:t>Introduces and practices the skill.</a:t>
              </a:r>
              <a:endParaRPr lang="ko-KR" altLang="ko-KR" sz="1100" i="1" dirty="0">
                <a:solidFill>
                  <a:schemeClr val="tx1"/>
                </a:solidFill>
                <a:cs typeface="Arial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59000" y="2354892"/>
              <a:ext cx="5940000" cy="68604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r>
                <a:rPr lang="en-US" altLang="ko-KR" sz="1100" b="1" dirty="0">
                  <a:solidFill>
                    <a:schemeClr val="dk1"/>
                  </a:solidFill>
                </a:rPr>
                <a:t>Part 1: Title </a:t>
              </a:r>
            </a:p>
            <a:p>
              <a:r>
                <a:rPr lang="en-US" altLang="ko-KR" sz="1100" b="1" dirty="0">
                  <a:solidFill>
                    <a:schemeClr val="dk1"/>
                  </a:solidFill>
                </a:rPr>
                <a:t>Purpose: </a:t>
              </a:r>
              <a:r>
                <a:rPr lang="en-US" altLang="ko-KR" sz="1100" b="1" dirty="0">
                  <a:solidFill>
                    <a:schemeClr val="dk1"/>
                  </a:solidFill>
                  <a:highlight>
                    <a:srgbClr val="FFFF00"/>
                  </a:highlight>
                </a:rPr>
                <a:t>Please write the purpose of the activity and what students should achieve</a:t>
              </a:r>
              <a:endParaRPr lang="en-US" altLang="ko-KR" sz="1100" dirty="0">
                <a:solidFill>
                  <a:schemeClr val="dk1"/>
                </a:solidFill>
              </a:endParaRPr>
            </a:p>
            <a:p>
              <a:endParaRPr lang="en-US" altLang="ko-KR" sz="1100" b="1" u="sng" dirty="0"/>
            </a:p>
            <a:p>
              <a:r>
                <a:rPr lang="en-US" altLang="ko-KR" sz="1100" b="1" dirty="0"/>
                <a:t>Key Instructions</a:t>
              </a:r>
              <a:r>
                <a:rPr lang="en-US" altLang="ko-KR" sz="1100" dirty="0"/>
                <a:t>:</a:t>
              </a:r>
              <a:br>
                <a:rPr lang="en-US" altLang="ko-KR" sz="1100" dirty="0"/>
              </a:br>
              <a:r>
                <a:rPr lang="en-US" altLang="ko-KR" sz="1100" dirty="0"/>
                <a:t/>
              </a:r>
              <a:br>
                <a:rPr lang="en-US" altLang="ko-KR" sz="1100" dirty="0"/>
              </a:br>
              <a:r>
                <a:rPr lang="en-US" altLang="ko-KR" sz="1100" b="1" dirty="0"/>
                <a:t>Additional</a:t>
              </a:r>
              <a:r>
                <a:rPr lang="en-US" altLang="ko-KR" sz="1100" dirty="0"/>
                <a:t> </a:t>
              </a:r>
              <a:r>
                <a:rPr lang="en-US" altLang="ko-KR" sz="1100" b="1" dirty="0"/>
                <a:t>Notes</a:t>
              </a:r>
              <a:r>
                <a:rPr lang="en-US" altLang="ko-KR" sz="1100" dirty="0"/>
                <a:t>:</a:t>
              </a:r>
            </a:p>
            <a:p>
              <a:endParaRPr lang="ko-KR" altLang="ko-KR" sz="1100" dirty="0"/>
            </a:p>
            <a:p>
              <a:r>
                <a:rPr lang="en-US" altLang="ko-KR" sz="1100" b="1" u="sng" dirty="0">
                  <a:solidFill>
                    <a:srgbClr val="FF0000"/>
                  </a:solidFill>
                </a:rPr>
                <a:t>Answer Key:</a:t>
              </a:r>
              <a:endParaRPr lang="ko-KR" altLang="ko-KR" sz="1100" dirty="0">
                <a:solidFill>
                  <a:srgbClr val="FF0000"/>
                </a:solidFill>
              </a:endParaRPr>
            </a:p>
            <a:p>
              <a:r>
                <a:rPr lang="en-US" altLang="ko-KR" sz="1100" dirty="0">
                  <a:solidFill>
                    <a:srgbClr val="FF0000"/>
                  </a:solidFill>
                </a:rPr>
                <a:t>Answers</a:t>
              </a:r>
            </a:p>
            <a:p>
              <a:endParaRPr lang="en-US" altLang="ko-KR" sz="1100" dirty="0">
                <a:solidFill>
                  <a:srgbClr val="FF0000"/>
                </a:solidFill>
              </a:endParaRPr>
            </a:p>
            <a:p>
              <a:endParaRPr lang="en-US" altLang="ko-KR" sz="1100" b="1" dirty="0">
                <a:solidFill>
                  <a:schemeClr val="dk1"/>
                </a:solidFill>
              </a:endParaRPr>
            </a:p>
            <a:p>
              <a:r>
                <a:rPr lang="en-US" altLang="ko-KR" sz="1100" b="1" dirty="0">
                  <a:solidFill>
                    <a:schemeClr val="dk1"/>
                  </a:solidFill>
                </a:rPr>
                <a:t>Part 2: Title </a:t>
              </a:r>
            </a:p>
            <a:p>
              <a:r>
                <a:rPr lang="en-US" altLang="ko-KR" sz="1100" b="1" dirty="0">
                  <a:solidFill>
                    <a:schemeClr val="dk1"/>
                  </a:solidFill>
                </a:rPr>
                <a:t>Purpose: </a:t>
              </a:r>
              <a:r>
                <a:rPr lang="en-US" altLang="ko-KR" sz="1100" b="1" dirty="0">
                  <a:solidFill>
                    <a:schemeClr val="dk1"/>
                  </a:solidFill>
                  <a:highlight>
                    <a:srgbClr val="FFFF00"/>
                  </a:highlight>
                </a:rPr>
                <a:t>Please write the purpose of the activity and what students should achieve</a:t>
              </a:r>
              <a:endParaRPr lang="en-US" altLang="ko-KR" sz="1100" b="1" dirty="0">
                <a:solidFill>
                  <a:schemeClr val="dk1"/>
                </a:solidFill>
              </a:endParaRPr>
            </a:p>
            <a:p>
              <a:endParaRPr lang="en-US" altLang="ko-KR" sz="1100" b="1" dirty="0"/>
            </a:p>
            <a:p>
              <a:r>
                <a:rPr lang="en-US" altLang="ko-KR" sz="1100" b="1" dirty="0"/>
                <a:t>Key Instructions</a:t>
              </a:r>
              <a:r>
                <a:rPr lang="en-US" altLang="ko-KR" sz="1100" dirty="0"/>
                <a:t>:</a:t>
              </a:r>
              <a:br>
                <a:rPr lang="en-US" altLang="ko-KR" sz="1100" dirty="0"/>
              </a:br>
              <a:r>
                <a:rPr lang="en-US" altLang="ko-KR" sz="1100" dirty="0"/>
                <a:t/>
              </a:r>
              <a:br>
                <a:rPr lang="en-US" altLang="ko-KR" sz="1100" dirty="0"/>
              </a:br>
              <a:r>
                <a:rPr lang="en-US" altLang="ko-KR" sz="1100" b="1" dirty="0"/>
                <a:t>Additional</a:t>
              </a:r>
              <a:r>
                <a:rPr lang="en-US" altLang="ko-KR" sz="1100" dirty="0"/>
                <a:t> </a:t>
              </a:r>
              <a:r>
                <a:rPr lang="en-US" altLang="ko-KR" sz="1100" b="1" dirty="0"/>
                <a:t>Notes</a:t>
              </a:r>
              <a:r>
                <a:rPr lang="en-US" altLang="ko-KR" sz="1100" dirty="0"/>
                <a:t>:</a:t>
              </a:r>
              <a:endParaRPr lang="ko-KR" altLang="ko-KR" sz="1100" dirty="0"/>
            </a:p>
            <a:p>
              <a:endParaRPr lang="en-US" altLang="ko-KR" sz="1100" dirty="0">
                <a:solidFill>
                  <a:schemeClr val="dk1"/>
                </a:solidFill>
              </a:endParaRPr>
            </a:p>
            <a:p>
              <a:endParaRPr lang="en-US" altLang="ko-KR" sz="1100" b="1" u="sng" dirty="0"/>
            </a:p>
            <a:p>
              <a:r>
                <a:rPr lang="en-US" altLang="ko-KR" sz="1100" b="1" u="sng" dirty="0">
                  <a:solidFill>
                    <a:srgbClr val="FF0000"/>
                  </a:solidFill>
                </a:rPr>
                <a:t>Answer Key:</a:t>
              </a:r>
              <a:endParaRPr lang="ko-KR" altLang="ko-KR" sz="1100" dirty="0">
                <a:solidFill>
                  <a:srgbClr val="FF0000"/>
                </a:solidFill>
              </a:endParaRPr>
            </a:p>
            <a:p>
              <a:r>
                <a:rPr lang="en-US" altLang="ko-KR" sz="1100" dirty="0">
                  <a:solidFill>
                    <a:srgbClr val="FF0000"/>
                  </a:solidFill>
                </a:rPr>
                <a:t>Answers</a:t>
              </a:r>
            </a:p>
            <a:p>
              <a:endParaRPr lang="en-US" altLang="ko-KR" sz="1100" dirty="0">
                <a:solidFill>
                  <a:srgbClr val="FF0000"/>
                </a:solidFill>
              </a:endParaRPr>
            </a:p>
            <a:p>
              <a:endParaRPr lang="en-US" altLang="ko-KR" sz="1100" dirty="0">
                <a:solidFill>
                  <a:srgbClr val="FF0000"/>
                </a:solidFill>
              </a:endParaRPr>
            </a:p>
            <a:p>
              <a:r>
                <a:rPr lang="en-US" altLang="ko-KR" sz="1100" b="1" dirty="0">
                  <a:solidFill>
                    <a:schemeClr val="dk1"/>
                  </a:solidFill>
                </a:rPr>
                <a:t>Part 3: Title</a:t>
              </a:r>
            </a:p>
            <a:p>
              <a:r>
                <a:rPr lang="en-US" altLang="ko-KR" sz="1100" b="1" dirty="0">
                  <a:solidFill>
                    <a:schemeClr val="dk1"/>
                  </a:solidFill>
                </a:rPr>
                <a:t>Purpose: </a:t>
              </a:r>
              <a:r>
                <a:rPr lang="en-US" altLang="ko-KR" sz="1100" b="1" dirty="0">
                  <a:solidFill>
                    <a:schemeClr val="dk1"/>
                  </a:solidFill>
                  <a:highlight>
                    <a:srgbClr val="FFFF00"/>
                  </a:highlight>
                </a:rPr>
                <a:t>Please write the purpose of the activity and what students should achieve</a:t>
              </a:r>
              <a:endParaRPr lang="en-US" altLang="ko-KR" sz="1100" b="1" dirty="0">
                <a:solidFill>
                  <a:schemeClr val="dk1"/>
                </a:solidFill>
              </a:endParaRPr>
            </a:p>
            <a:p>
              <a:endParaRPr lang="en-US" altLang="ko-KR" sz="1100" dirty="0">
                <a:solidFill>
                  <a:schemeClr val="dk1"/>
                </a:solidFill>
              </a:endParaRPr>
            </a:p>
            <a:p>
              <a:r>
                <a:rPr lang="en-US" altLang="ko-KR" sz="1100" b="1" dirty="0"/>
                <a:t>Key Instructions</a:t>
              </a:r>
              <a:r>
                <a:rPr lang="en-US" altLang="ko-KR" sz="1100" dirty="0"/>
                <a:t>:</a:t>
              </a:r>
              <a:br>
                <a:rPr lang="en-US" altLang="ko-KR" sz="1100" dirty="0"/>
              </a:br>
              <a:r>
                <a:rPr lang="en-US" altLang="ko-KR" sz="1100" dirty="0"/>
                <a:t/>
              </a:r>
              <a:br>
                <a:rPr lang="en-US" altLang="ko-KR" sz="1100" dirty="0"/>
              </a:br>
              <a:r>
                <a:rPr lang="en-US" altLang="ko-KR" sz="1100" b="1" dirty="0"/>
                <a:t>Additional</a:t>
              </a:r>
              <a:r>
                <a:rPr lang="en-US" altLang="ko-KR" sz="1100" dirty="0"/>
                <a:t> </a:t>
              </a:r>
              <a:r>
                <a:rPr lang="en-US" altLang="ko-KR" sz="1100" b="1" dirty="0"/>
                <a:t>Notes</a:t>
              </a:r>
              <a:r>
                <a:rPr lang="en-US" altLang="ko-KR" sz="1100" dirty="0"/>
                <a:t>:</a:t>
              </a:r>
              <a:endParaRPr lang="ko-KR" altLang="ko-KR" sz="1100" dirty="0"/>
            </a:p>
            <a:p>
              <a:endParaRPr lang="en-US" altLang="ko-KR" sz="1100" dirty="0">
                <a:solidFill>
                  <a:schemeClr val="dk1"/>
                </a:solidFill>
              </a:endParaRPr>
            </a:p>
            <a:p>
              <a:endParaRPr lang="ko-KR" altLang="ko-KR" sz="1100" dirty="0">
                <a:solidFill>
                  <a:srgbClr val="FF0000"/>
                </a:solidFill>
              </a:endParaRPr>
            </a:p>
            <a:p>
              <a:r>
                <a:rPr lang="en-US" altLang="ko-KR" sz="1100" b="1" u="sng" dirty="0">
                  <a:solidFill>
                    <a:srgbClr val="FF0000"/>
                  </a:solidFill>
                </a:rPr>
                <a:t>Answer Key:</a:t>
              </a:r>
              <a:endParaRPr lang="ko-KR" altLang="ko-KR" sz="1100" dirty="0">
                <a:solidFill>
                  <a:srgbClr val="FF0000"/>
                </a:solidFill>
              </a:endParaRPr>
            </a:p>
            <a:p>
              <a:r>
                <a:rPr lang="en-US" altLang="ko-KR" sz="1100" dirty="0">
                  <a:solidFill>
                    <a:srgbClr val="FF0000"/>
                  </a:solidFill>
                </a:rPr>
                <a:t>Answers</a:t>
              </a:r>
            </a:p>
            <a:p>
              <a:endParaRPr lang="ko-KR" altLang="ko-KR" sz="1100" dirty="0">
                <a:solidFill>
                  <a:srgbClr val="FF0000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C686B80-85D4-DA9A-4DC1-1AD9750FFC31}"/>
                </a:ext>
              </a:extLst>
            </p:cNvPr>
            <p:cNvSpPr/>
            <p:nvPr/>
          </p:nvSpPr>
          <p:spPr>
            <a:xfrm>
              <a:off x="459000" y="1539380"/>
              <a:ext cx="5940000" cy="8155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07000"/>
                </a:lnSpc>
              </a:pPr>
              <a:r>
                <a:rPr lang="en-GB" altLang="ko-KR" sz="1100" b="1" i="1" dirty="0">
                  <a:solidFill>
                    <a:schemeClr val="tx1"/>
                  </a:solidFill>
                  <a:cs typeface="Arial"/>
                </a:rPr>
                <a:t>Timing</a:t>
              </a:r>
              <a:r>
                <a:rPr lang="en-GB" altLang="ko-KR" sz="1100" i="1" dirty="0">
                  <a:solidFill>
                    <a:schemeClr val="tx1"/>
                  </a:solidFill>
                  <a:cs typeface="Arial"/>
                </a:rPr>
                <a:t>: 15-20 minutes.</a:t>
              </a:r>
              <a:br>
                <a:rPr lang="en-GB" altLang="ko-KR" sz="1100" i="1" dirty="0">
                  <a:solidFill>
                    <a:schemeClr val="tx1"/>
                  </a:solidFill>
                  <a:cs typeface="Arial"/>
                </a:rPr>
              </a:br>
              <a:r>
                <a:rPr lang="en-GB" altLang="ko-KR" sz="1100" b="1" i="1" dirty="0">
                  <a:solidFill>
                    <a:schemeClr val="tx1"/>
                  </a:solidFill>
                  <a:cs typeface="Arial"/>
                </a:rPr>
                <a:t>Notes</a:t>
              </a:r>
              <a:r>
                <a:rPr lang="en-GB" altLang="ko-KR" sz="1100" i="1" dirty="0">
                  <a:solidFill>
                    <a:schemeClr val="tx1"/>
                  </a:solidFill>
                  <a:cs typeface="Arial"/>
                </a:rPr>
                <a:t>: Try to provide the skills necessary to write about the topic chosen. For example, should your topic be about weekend plans, consider having practices covering future tense/’going to’, sequencing words, or prepositions of place.</a:t>
              </a:r>
              <a:endParaRPr lang="ko-KR" altLang="ko-KR" sz="1100" dirty="0">
                <a:solidFill>
                  <a:schemeClr val="tx1"/>
                </a:solidFill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1415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477169" y="9339477"/>
            <a:ext cx="6175125" cy="2851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226" tIns="47613" rIns="95226" bIns="47613" rtlCol="0" anchor="t" anchorCtr="0">
            <a:normAutofit/>
          </a:bodyPr>
          <a:lstStyle/>
          <a:p>
            <a:pPr>
              <a:lnSpc>
                <a:spcPct val="107000"/>
              </a:lnSpc>
            </a:pPr>
            <a:r>
              <a:rPr lang="en-US" altLang="ko-KR" sz="1100" b="1" i="1" dirty="0">
                <a:solidFill>
                  <a:schemeClr val="tx1"/>
                </a:solidFill>
                <a:cs typeface="Arial"/>
              </a:rPr>
              <a:t>Notes:</a:t>
            </a:r>
            <a:endParaRPr lang="ko-KR" altLang="ko-KR" sz="1100" dirty="0">
              <a:solidFill>
                <a:schemeClr val="tx1"/>
              </a:solidFill>
              <a:cs typeface="Arial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973F2FCD-FD73-C47A-9D0A-17CC18A44414}"/>
              </a:ext>
            </a:extLst>
          </p:cNvPr>
          <p:cNvGrpSpPr/>
          <p:nvPr/>
        </p:nvGrpSpPr>
        <p:grpSpPr>
          <a:xfrm>
            <a:off x="477169" y="1371918"/>
            <a:ext cx="6175125" cy="5604962"/>
            <a:chOff x="459000" y="1323381"/>
            <a:chExt cx="5940000" cy="5891402"/>
          </a:xfrm>
        </p:grpSpPr>
        <p:sp>
          <p:nvSpPr>
            <p:cNvPr id="15" name="Rectangle 14"/>
            <p:cNvSpPr/>
            <p:nvPr/>
          </p:nvSpPr>
          <p:spPr>
            <a:xfrm>
              <a:off x="459000" y="1323381"/>
              <a:ext cx="5940000" cy="21599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07000"/>
                </a:lnSpc>
              </a:pPr>
              <a:r>
                <a:rPr lang="en-US" altLang="ko-KR" sz="1100" b="1" i="1" dirty="0">
                  <a:solidFill>
                    <a:schemeClr val="tx1"/>
                  </a:solidFill>
                  <a:cs typeface="Arial"/>
                </a:rPr>
                <a:t>Production: </a:t>
              </a:r>
              <a:r>
                <a:rPr lang="en-US" altLang="ko-KR" sz="1100" i="1" dirty="0">
                  <a:solidFill>
                    <a:schemeClr val="tx1"/>
                  </a:solidFill>
                  <a:cs typeface="Arial"/>
                </a:rPr>
                <a:t>Combines the focus, topic, and skill of the lesson in a student-centered activity.</a:t>
              </a:r>
              <a:endParaRPr lang="ko-KR" altLang="ko-KR" sz="1100" i="1" dirty="0">
                <a:solidFill>
                  <a:schemeClr val="tx1"/>
                </a:solidFill>
                <a:cs typeface="Arial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59000" y="2182753"/>
              <a:ext cx="5940000" cy="50320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t" anchorCtr="0">
              <a:normAutofit/>
            </a:bodyPr>
            <a:lstStyle/>
            <a:p>
              <a:r>
                <a:rPr lang="en-US" altLang="ko-KR" sz="1100" b="1" dirty="0">
                  <a:solidFill>
                    <a:schemeClr val="dk1"/>
                  </a:solidFill>
                </a:rPr>
                <a:t> Part 1: (Optional) Brainstorming</a:t>
              </a:r>
            </a:p>
            <a:p>
              <a:r>
                <a:rPr lang="en-US" altLang="ko-KR" sz="1100" b="1" dirty="0">
                  <a:solidFill>
                    <a:schemeClr val="dk1"/>
                  </a:solidFill>
                </a:rPr>
                <a:t>Purpose: To cooperatively think of ideas to be used in paragraph writing</a:t>
              </a:r>
            </a:p>
            <a:p>
              <a:endParaRPr lang="en-US" altLang="ko-KR" sz="1100" dirty="0">
                <a:solidFill>
                  <a:schemeClr val="dk1"/>
                </a:solidFill>
              </a:endParaRPr>
            </a:p>
            <a:p>
              <a:r>
                <a:rPr lang="en-US" altLang="ko-KR" sz="1100" b="1" dirty="0"/>
                <a:t>Key Instructions</a:t>
              </a:r>
              <a:r>
                <a:rPr lang="en-US" altLang="ko-KR" sz="1100" dirty="0"/>
                <a:t>:</a:t>
              </a:r>
              <a:br>
                <a:rPr lang="en-US" altLang="ko-KR" sz="1100" dirty="0"/>
              </a:br>
              <a:r>
                <a:rPr lang="en-US" altLang="ko-KR" sz="1100" dirty="0"/>
                <a:t/>
              </a:r>
              <a:br>
                <a:rPr lang="en-US" altLang="ko-KR" sz="1100" dirty="0"/>
              </a:br>
              <a:r>
                <a:rPr lang="en-US" altLang="ko-KR" sz="1100" b="1" dirty="0"/>
                <a:t>Additional</a:t>
              </a:r>
              <a:r>
                <a:rPr lang="en-US" altLang="ko-KR" sz="1100" dirty="0"/>
                <a:t> </a:t>
              </a:r>
              <a:r>
                <a:rPr lang="en-US" altLang="ko-KR" sz="1100" b="1" dirty="0"/>
                <a:t>Notes</a:t>
              </a:r>
              <a:r>
                <a:rPr lang="en-US" altLang="ko-KR" sz="1100" dirty="0"/>
                <a:t>:</a:t>
              </a:r>
              <a:endParaRPr lang="ko-KR" altLang="ko-KR" sz="1100" dirty="0"/>
            </a:p>
            <a:p>
              <a:endParaRPr lang="en-US" altLang="ko-KR" sz="1100" dirty="0">
                <a:solidFill>
                  <a:schemeClr val="dk1"/>
                </a:solidFill>
              </a:endParaRPr>
            </a:p>
            <a:p>
              <a:r>
                <a:rPr lang="en-US" altLang="ko-KR" sz="1100" b="1" dirty="0">
                  <a:solidFill>
                    <a:schemeClr val="dk1"/>
                  </a:solidFill>
                </a:rPr>
                <a:t>Part 2: Paragraph Writing</a:t>
              </a:r>
            </a:p>
            <a:p>
              <a:r>
                <a:rPr lang="en-US" altLang="ko-KR" sz="1100" b="1" dirty="0">
                  <a:solidFill>
                    <a:schemeClr val="dk1"/>
                  </a:solidFill>
                </a:rPr>
                <a:t>Purpose: To have students express opinions in full sentences on a given topic</a:t>
              </a:r>
            </a:p>
            <a:p>
              <a:endParaRPr lang="en-US" altLang="ko-KR" sz="1100" dirty="0">
                <a:solidFill>
                  <a:schemeClr val="dk1"/>
                </a:solidFill>
              </a:endParaRPr>
            </a:p>
            <a:p>
              <a:r>
                <a:rPr lang="en-US" altLang="ko-KR" sz="1100" b="1" dirty="0"/>
                <a:t>Key Instructions</a:t>
              </a:r>
              <a:r>
                <a:rPr lang="en-US" altLang="ko-KR" sz="1100" dirty="0"/>
                <a:t>:</a:t>
              </a:r>
              <a:br>
                <a:rPr lang="en-US" altLang="ko-KR" sz="1100" dirty="0"/>
              </a:br>
              <a:r>
                <a:rPr lang="en-US" altLang="ko-KR" sz="1100" dirty="0"/>
                <a:t/>
              </a:r>
              <a:br>
                <a:rPr lang="en-US" altLang="ko-KR" sz="1100" dirty="0"/>
              </a:br>
              <a:r>
                <a:rPr lang="en-US" altLang="ko-KR" sz="1100" b="1" dirty="0"/>
                <a:t>Additional</a:t>
              </a:r>
              <a:r>
                <a:rPr lang="en-US" altLang="ko-KR" sz="1100" dirty="0"/>
                <a:t> </a:t>
              </a:r>
              <a:r>
                <a:rPr lang="en-US" altLang="ko-KR" sz="1100" b="1" dirty="0"/>
                <a:t>Notes</a:t>
              </a:r>
              <a:r>
                <a:rPr lang="en-US" altLang="ko-KR" sz="1100" dirty="0"/>
                <a:t>:</a:t>
              </a:r>
              <a:endParaRPr lang="ko-KR" altLang="ko-KR" sz="1100" dirty="0"/>
            </a:p>
            <a:p>
              <a:endParaRPr lang="en-US" altLang="ko-KR" sz="1100" dirty="0">
                <a:solidFill>
                  <a:schemeClr val="dk1"/>
                </a:solidFill>
              </a:endParaRPr>
            </a:p>
            <a:p>
              <a:r>
                <a:rPr lang="en-US" altLang="ko-KR" sz="1100" b="1" dirty="0">
                  <a:solidFill>
                    <a:schemeClr val="dk1"/>
                  </a:solidFill>
                </a:rPr>
                <a:t>Part 3: Teacher Checking</a:t>
              </a:r>
            </a:p>
            <a:p>
              <a:r>
                <a:rPr lang="en-US" altLang="ko-KR" sz="1100" b="1" dirty="0">
                  <a:solidFill>
                    <a:schemeClr val="dk1"/>
                  </a:solidFill>
                </a:rPr>
                <a:t>Purpose: To receive feedback and check errors</a:t>
              </a:r>
            </a:p>
            <a:p>
              <a:r>
                <a:rPr lang="en-US" altLang="ko-KR" sz="1100" dirty="0">
                  <a:solidFill>
                    <a:schemeClr val="dk1"/>
                  </a:solidFill>
                </a:rPr>
                <a:t>Once students start to finish their paragraphs, give written corrections</a:t>
              </a:r>
            </a:p>
            <a:p>
              <a:endParaRPr lang="en-US" altLang="ko-KR" sz="1100" dirty="0">
                <a:solidFill>
                  <a:schemeClr val="dk1"/>
                </a:solidFill>
              </a:endParaRPr>
            </a:p>
            <a:p>
              <a:r>
                <a:rPr lang="en-US" altLang="ko-KR" sz="1100" b="1" dirty="0">
                  <a:solidFill>
                    <a:schemeClr val="dk1"/>
                  </a:solidFill>
                </a:rPr>
                <a:t>Part 4: Rewrite</a:t>
              </a:r>
            </a:p>
            <a:p>
              <a:r>
                <a:rPr lang="en-US" altLang="ko-KR" sz="1100" b="1" dirty="0">
                  <a:solidFill>
                    <a:schemeClr val="dk1"/>
                  </a:solidFill>
                </a:rPr>
                <a:t>Purpose: To correct errors and improve writing skills</a:t>
              </a:r>
            </a:p>
            <a:p>
              <a:r>
                <a:rPr lang="en-US" altLang="ko-KR" sz="1100" dirty="0">
                  <a:solidFill>
                    <a:schemeClr val="dk1"/>
                  </a:solidFill>
                </a:rPr>
                <a:t>Once students have their written corrections, they can rewrite their paragraph in the space provided</a:t>
              </a:r>
              <a:endParaRPr lang="ko-KR" altLang="ko-KR" sz="1100" dirty="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91A61F44-BB6E-BDD9-CCF6-A87D79A13D59}"/>
              </a:ext>
            </a:extLst>
          </p:cNvPr>
          <p:cNvSpPr/>
          <p:nvPr/>
        </p:nvSpPr>
        <p:spPr>
          <a:xfrm>
            <a:off x="477169" y="1561666"/>
            <a:ext cx="6175125" cy="63553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226" tIns="47613" rIns="95226" bIns="47613" rtlCol="0" anchor="ctr"/>
          <a:lstStyle/>
          <a:p>
            <a:pPr>
              <a:lnSpc>
                <a:spcPct val="107000"/>
              </a:lnSpc>
            </a:pPr>
            <a:r>
              <a:rPr lang="en-GB" altLang="ko-KR" sz="1100" b="1" i="1" dirty="0">
                <a:solidFill>
                  <a:schemeClr val="tx1"/>
                </a:solidFill>
                <a:cs typeface="Arial"/>
              </a:rPr>
              <a:t>Timing</a:t>
            </a:r>
            <a:r>
              <a:rPr lang="en-GB" altLang="ko-KR" sz="1100" i="1" dirty="0">
                <a:solidFill>
                  <a:schemeClr val="tx1"/>
                </a:solidFill>
                <a:cs typeface="Arial"/>
              </a:rPr>
              <a:t>: 15-20 minutes.</a:t>
            </a:r>
            <a:br>
              <a:rPr lang="en-GB" altLang="ko-KR" sz="1100" i="1" dirty="0">
                <a:solidFill>
                  <a:schemeClr val="tx1"/>
                </a:solidFill>
                <a:cs typeface="Arial"/>
              </a:rPr>
            </a:br>
            <a:r>
              <a:rPr lang="en-GB" altLang="ko-KR" sz="1100" b="1" i="1" dirty="0">
                <a:solidFill>
                  <a:schemeClr val="tx1"/>
                </a:solidFill>
                <a:cs typeface="Arial"/>
              </a:rPr>
              <a:t>Notes</a:t>
            </a:r>
            <a:r>
              <a:rPr lang="en-GB" altLang="ko-KR" sz="1100" i="1" dirty="0">
                <a:solidFill>
                  <a:schemeClr val="tx1"/>
                </a:solidFill>
                <a:cs typeface="Arial"/>
              </a:rPr>
              <a:t>: Aim to maximize students’ speaking opportunities for SP lessons, try to avoid activities that only require 1 student to speak at a time. For WR lessons, try to push students and their abilities. </a:t>
            </a:r>
            <a:endParaRPr lang="ko-KR" altLang="ko-KR" sz="1100" i="1" dirty="0">
              <a:solidFill>
                <a:schemeClr val="tx1"/>
              </a:solidFill>
              <a:cs typeface="Arial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D753F414-2AD2-729E-2A7A-3392F8A506D2}"/>
              </a:ext>
            </a:extLst>
          </p:cNvPr>
          <p:cNvGrpSpPr/>
          <p:nvPr/>
        </p:nvGrpSpPr>
        <p:grpSpPr>
          <a:xfrm>
            <a:off x="477169" y="7205902"/>
            <a:ext cx="6175125" cy="1909190"/>
            <a:chOff x="459000" y="6910224"/>
            <a:chExt cx="5940000" cy="1830851"/>
          </a:xfrm>
        </p:grpSpPr>
        <p:sp>
          <p:nvSpPr>
            <p:cNvPr id="18" name="Rectangle 17"/>
            <p:cNvSpPr/>
            <p:nvPr/>
          </p:nvSpPr>
          <p:spPr>
            <a:xfrm>
              <a:off x="459000" y="6910224"/>
              <a:ext cx="5940000" cy="21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07000"/>
                </a:lnSpc>
              </a:pPr>
              <a:r>
                <a:rPr lang="en-US" altLang="ko-KR" sz="1100" b="1" i="1" dirty="0">
                  <a:solidFill>
                    <a:schemeClr val="tx1"/>
                  </a:solidFill>
                  <a:cs typeface="Arial"/>
                </a:rPr>
                <a:t>Closure: </a:t>
              </a:r>
              <a:r>
                <a:rPr lang="en-US" altLang="ko-KR" sz="1100" i="1" dirty="0">
                  <a:solidFill>
                    <a:schemeClr val="tx1"/>
                  </a:solidFill>
                  <a:cs typeface="Arial"/>
                </a:rPr>
                <a:t>A time for the students to reflect on what they have learned in the class.</a:t>
              </a:r>
              <a:endParaRPr lang="ko-KR" altLang="ko-KR" sz="1100" i="1" dirty="0">
                <a:solidFill>
                  <a:schemeClr val="tx1"/>
                </a:solidFill>
                <a:cs typeface="Arial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59000" y="7324834"/>
              <a:ext cx="5940000" cy="14162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r>
                <a:rPr lang="en-US" altLang="ko-KR" sz="1100" b="1" dirty="0">
                  <a:solidFill>
                    <a:schemeClr val="dk1"/>
                  </a:solidFill>
                </a:rPr>
                <a:t>Part 1: Review</a:t>
              </a:r>
            </a:p>
            <a:p>
              <a:r>
                <a:rPr lang="en-US" altLang="ko-KR" sz="1100" b="1" dirty="0">
                  <a:solidFill>
                    <a:schemeClr val="dk1"/>
                  </a:solidFill>
                </a:rPr>
                <a:t>Purpose: To learn from others’ errors</a:t>
              </a:r>
            </a:p>
            <a:p>
              <a:r>
                <a:rPr lang="en-US" altLang="ko-KR" sz="1100" b="1" dirty="0"/>
                <a:t>Key Instructions</a:t>
              </a:r>
              <a:r>
                <a:rPr lang="en-US" altLang="ko-KR" sz="1100" dirty="0"/>
                <a:t>: Share and fix common errors. Share good paragraphs.</a:t>
              </a:r>
              <a:br>
                <a:rPr lang="en-US" altLang="ko-KR" sz="1100" dirty="0"/>
              </a:br>
              <a:r>
                <a:rPr lang="en-US" altLang="ko-KR" sz="1100" dirty="0"/>
                <a:t/>
              </a:r>
              <a:br>
                <a:rPr lang="en-US" altLang="ko-KR" sz="1100" dirty="0"/>
              </a:br>
              <a:r>
                <a:rPr lang="en-US" altLang="ko-KR" sz="1100" b="1" dirty="0"/>
                <a:t>Additional</a:t>
              </a:r>
              <a:r>
                <a:rPr lang="en-US" altLang="ko-KR" sz="1100" dirty="0"/>
                <a:t> </a:t>
              </a:r>
              <a:r>
                <a:rPr lang="en-US" altLang="ko-KR" sz="1100" b="1" dirty="0"/>
                <a:t>Notes</a:t>
              </a:r>
              <a:r>
                <a:rPr lang="en-US" altLang="ko-KR" sz="1100" dirty="0"/>
                <a:t>: While students are working, note common errors to highlight at the end – avoid singling out students at this point and address the issues as a class. If time allows, students might be able to share their completed paragraphs as well.</a:t>
              </a:r>
              <a:endParaRPr lang="ko-KR" altLang="ko-KR" sz="1100" dirty="0"/>
            </a:p>
            <a:p>
              <a:endParaRPr lang="ko-KR" altLang="ko-KR" sz="1100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xmlns="" id="{5BA569FF-FCA3-D19C-E2ED-7063F9099946}"/>
                </a:ext>
              </a:extLst>
            </p:cNvPr>
            <p:cNvSpPr/>
            <p:nvPr/>
          </p:nvSpPr>
          <p:spPr>
            <a:xfrm>
              <a:off x="459000" y="7126225"/>
              <a:ext cx="5940000" cy="1986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07000"/>
                </a:lnSpc>
              </a:pPr>
              <a:r>
                <a:rPr lang="en-GB" altLang="ko-KR" sz="1100" b="1" i="1" dirty="0">
                  <a:solidFill>
                    <a:schemeClr val="tx1"/>
                  </a:solidFill>
                  <a:cs typeface="Arial"/>
                </a:rPr>
                <a:t>Timing</a:t>
              </a:r>
              <a:r>
                <a:rPr lang="en-GB" altLang="ko-KR" sz="1100" i="1" dirty="0">
                  <a:solidFill>
                    <a:schemeClr val="tx1"/>
                  </a:solidFill>
                  <a:cs typeface="Arial"/>
                </a:rPr>
                <a:t>: Under 5 minutes.</a:t>
              </a:r>
              <a:endParaRPr lang="ko-KR" altLang="ko-KR" sz="1100" i="1" dirty="0">
                <a:solidFill>
                  <a:schemeClr val="tx1"/>
                </a:solidFill>
                <a:cs typeface="Arial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F8CCB399-4A57-C68E-32DC-F39246ED2CAF}"/>
              </a:ext>
            </a:extLst>
          </p:cNvPr>
          <p:cNvSpPr/>
          <p:nvPr/>
        </p:nvSpPr>
        <p:spPr>
          <a:xfrm>
            <a:off x="1895952" y="2966565"/>
            <a:ext cx="3890676" cy="658808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226" tIns="47613" rIns="95226" bIns="47613" rtlCol="0" anchor="ctr"/>
          <a:lstStyle/>
          <a:p>
            <a:pPr algn="ctr"/>
            <a:r>
              <a:rPr lang="en-US" altLang="ko-KR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N.B. Please do not provide a template for the entire paragraph – the goal of these lessons is to equip them to do this for themselves.</a:t>
            </a:r>
            <a:endParaRPr lang="ko-KR" altLang="en-US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44821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7F8DC61-2063-440A-59FC-BE08FF041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95DB567D-501F-49B0-6CF7-270B2632E2C6}"/>
              </a:ext>
            </a:extLst>
          </p:cNvPr>
          <p:cNvSpPr/>
          <p:nvPr/>
        </p:nvSpPr>
        <p:spPr>
          <a:xfrm>
            <a:off x="461926" y="1338013"/>
            <a:ext cx="6175125" cy="31560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</a:pPr>
            <a:r>
              <a:rPr lang="en-US" altLang="ko-KR" sz="1100" b="1" i="1" dirty="0">
                <a:solidFill>
                  <a:schemeClr val="tx1"/>
                </a:solidFill>
                <a:cs typeface="Arial"/>
              </a:rPr>
              <a:t>Teaching Notes: Space to make notes before, during, or after classes as needed.</a:t>
            </a:r>
            <a:endParaRPr lang="ko-KR" altLang="ko-KR" sz="1100" i="1" dirty="0">
              <a:solidFill>
                <a:schemeClr val="tx1"/>
              </a:solidFill>
              <a:cs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7E695EF3-B347-9CFF-809D-A37AD790F6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113943"/>
              </p:ext>
            </p:extLst>
          </p:nvPr>
        </p:nvGraphicFramePr>
        <p:xfrm>
          <a:off x="466373" y="1658383"/>
          <a:ext cx="6174000" cy="795007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53236">
                  <a:extLst>
                    <a:ext uri="{9D8B030D-6E8A-4147-A177-3AD203B41FA5}">
                      <a16:colId xmlns:a16="http://schemas.microsoft.com/office/drawing/2014/main" xmlns="" val="667604236"/>
                    </a:ext>
                  </a:extLst>
                </a:gridCol>
                <a:gridCol w="579434">
                  <a:extLst>
                    <a:ext uri="{9D8B030D-6E8A-4147-A177-3AD203B41FA5}">
                      <a16:colId xmlns:a16="http://schemas.microsoft.com/office/drawing/2014/main" xmlns="" val="3352657373"/>
                    </a:ext>
                  </a:extLst>
                </a:gridCol>
                <a:gridCol w="594683">
                  <a:extLst>
                    <a:ext uri="{9D8B030D-6E8A-4147-A177-3AD203B41FA5}">
                      <a16:colId xmlns:a16="http://schemas.microsoft.com/office/drawing/2014/main" xmlns="" val="4239425172"/>
                    </a:ext>
                  </a:extLst>
                </a:gridCol>
                <a:gridCol w="594683">
                  <a:extLst>
                    <a:ext uri="{9D8B030D-6E8A-4147-A177-3AD203B41FA5}">
                      <a16:colId xmlns:a16="http://schemas.microsoft.com/office/drawing/2014/main" xmlns="" val="3393255639"/>
                    </a:ext>
                  </a:extLst>
                </a:gridCol>
                <a:gridCol w="594683">
                  <a:extLst>
                    <a:ext uri="{9D8B030D-6E8A-4147-A177-3AD203B41FA5}">
                      <a16:colId xmlns:a16="http://schemas.microsoft.com/office/drawing/2014/main" xmlns="" val="3879254390"/>
                    </a:ext>
                  </a:extLst>
                </a:gridCol>
                <a:gridCol w="3057281">
                  <a:extLst>
                    <a:ext uri="{9D8B030D-6E8A-4147-A177-3AD203B41FA5}">
                      <a16:colId xmlns:a16="http://schemas.microsoft.com/office/drawing/2014/main" xmlns="" val="3622334802"/>
                    </a:ext>
                  </a:extLst>
                </a:gridCol>
              </a:tblGrid>
              <a:tr h="273600">
                <a:tc>
                  <a:txBody>
                    <a:bodyPr/>
                    <a:lstStyle/>
                    <a:p>
                      <a:pPr algn="ctr"/>
                      <a:r>
                        <a:rPr 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Timing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Target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Class 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Class 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Class 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ysClr val="windowText" lastClr="000000"/>
                          </a:solidFill>
                        </a:rPr>
                        <a:t>Possible Changes &amp; Considerations (Before Class)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30702070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Welcome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i="1" dirty="0"/>
                        <a:t>1-2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86037098"/>
                  </a:ext>
                </a:extLst>
              </a:tr>
              <a:tr h="208637">
                <a:tc>
                  <a:txBody>
                    <a:bodyPr/>
                    <a:lstStyle/>
                    <a:p>
                      <a:pPr algn="ctr"/>
                      <a:r>
                        <a:rPr 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PLE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i="1" dirty="0"/>
                        <a:t>5-7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59847553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Warm-up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i="1" dirty="0"/>
                        <a:t>5-7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8741305"/>
                  </a:ext>
                </a:extLst>
              </a:tr>
              <a:tr h="263799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Teach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419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i="1" dirty="0"/>
                        <a:t>&lt; 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400914052"/>
                  </a:ext>
                </a:extLst>
              </a:tr>
              <a:tr h="263799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P1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100" i="1" dirty="0"/>
                        <a:t>15-20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39347932"/>
                  </a:ext>
                </a:extLst>
              </a:tr>
              <a:tr h="263799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P2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362068057"/>
                  </a:ext>
                </a:extLst>
              </a:tr>
              <a:tr h="263799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P3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04721373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Pro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i="1" dirty="0"/>
                        <a:t>15-20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725454395"/>
                  </a:ext>
                </a:extLst>
              </a:tr>
              <a:tr h="263799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Closure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i="1" dirty="0"/>
                        <a:t>&lt; 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07659292"/>
                  </a:ext>
                </a:extLst>
              </a:tr>
              <a:tr h="263799">
                <a:tc gridSpan="5">
                  <a:txBody>
                    <a:bodyPr/>
                    <a:lstStyle/>
                    <a:p>
                      <a:pPr algn="ctr"/>
                      <a:r>
                        <a:rPr lang="en-GB" sz="1100" b="1" dirty="0"/>
                        <a:t>Common Student Issues / Errors / Vocab</a:t>
                      </a:r>
                      <a:endParaRPr lang="en-US" sz="11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100" i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 dirty="0"/>
                        <a:t>Required Changes (During / After Class)</a:t>
                      </a:r>
                      <a:endParaRPr lang="en-US" sz="11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20422031"/>
                  </a:ext>
                </a:extLst>
              </a:tr>
              <a:tr h="2340000">
                <a:tc gridSpan="5">
                  <a:txBody>
                    <a:bodyPr/>
                    <a:lstStyle/>
                    <a:p>
                      <a:pPr algn="ctr"/>
                      <a:endParaRPr lang="en-US" sz="11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100" i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75860777"/>
                  </a:ext>
                </a:extLst>
              </a:tr>
              <a:tr h="263799">
                <a:tc gridSpan="6">
                  <a:txBody>
                    <a:bodyPr/>
                    <a:lstStyle/>
                    <a:p>
                      <a:pPr algn="ctr"/>
                      <a:r>
                        <a:rPr lang="en-GB" sz="1100" b="1" dirty="0"/>
                        <a:t>Misc. Notes</a:t>
                      </a:r>
                      <a:endParaRPr lang="en-US" sz="11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100" i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11206977"/>
                  </a:ext>
                </a:extLst>
              </a:tr>
              <a:tr h="2340000">
                <a:tc gridSpan="6">
                  <a:txBody>
                    <a:bodyPr/>
                    <a:lstStyle/>
                    <a:p>
                      <a:pPr algn="ctr"/>
                      <a:endParaRPr lang="en-US" sz="11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100" i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12721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3397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7FA0531-DE13-46F7-82CC-42F09899FD5D}"/>
              </a:ext>
            </a:extLst>
          </p:cNvPr>
          <p:cNvSpPr txBox="1"/>
          <p:nvPr/>
        </p:nvSpPr>
        <p:spPr>
          <a:xfrm>
            <a:off x="477169" y="1806610"/>
            <a:ext cx="6175125" cy="37540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5226" tIns="47613" rIns="95226" bIns="47613" rtlCol="0" anchor="ctr" anchorCtr="0">
            <a:noAutofit/>
          </a:bodyPr>
          <a:lstStyle/>
          <a:p>
            <a:r>
              <a:rPr lang="en-US" sz="1500" b="1" dirty="0"/>
              <a:t>Directions: </a:t>
            </a:r>
            <a:r>
              <a:rPr lang="en-US" sz="1500" dirty="0"/>
              <a:t>Give details </a:t>
            </a:r>
            <a:r>
              <a:rPr lang="en-US" altLang="ko-KR" sz="1500" dirty="0"/>
              <a:t>here</a:t>
            </a:r>
            <a:endParaRPr lang="en-US" sz="1500" dirty="0"/>
          </a:p>
        </p:txBody>
      </p:sp>
      <p:sp>
        <p:nvSpPr>
          <p:cNvPr id="6" name="Rectangle 5"/>
          <p:cNvSpPr/>
          <p:nvPr/>
        </p:nvSpPr>
        <p:spPr>
          <a:xfrm>
            <a:off x="477170" y="2310438"/>
            <a:ext cx="6175124" cy="288851"/>
          </a:xfrm>
          <a:prstGeom prst="rect">
            <a:avLst/>
          </a:prstGeom>
        </p:spPr>
        <p:txBody>
          <a:bodyPr wrap="square" lIns="95226" tIns="47613" rIns="95226" bIns="47613">
            <a:spAutoFit/>
          </a:bodyPr>
          <a:lstStyle/>
          <a:p>
            <a:r>
              <a:rPr lang="en-US" altLang="ko-KR" sz="1200" dirty="0"/>
              <a:t>Text</a:t>
            </a:r>
            <a:endParaRPr lang="ko-KR" altLang="ko-KR" sz="1200" dirty="0"/>
          </a:p>
        </p:txBody>
      </p:sp>
      <p:sp>
        <p:nvSpPr>
          <p:cNvPr id="5" name="Rectangle 4"/>
          <p:cNvSpPr/>
          <p:nvPr/>
        </p:nvSpPr>
        <p:spPr>
          <a:xfrm>
            <a:off x="1679385" y="4776733"/>
            <a:ext cx="3770694" cy="957483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226" tIns="47613" rIns="95226" bIns="47613" rtlCol="0" anchor="ctr"/>
          <a:lstStyle/>
          <a:p>
            <a:pPr algn="ctr"/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Delete this page if unneeded.</a:t>
            </a:r>
          </a:p>
        </p:txBody>
      </p:sp>
    </p:spTree>
    <p:extLst>
      <p:ext uri="{BB962C8B-B14F-4D97-AF65-F5344CB8AC3E}">
        <p14:creationId xmlns:p14="http://schemas.microsoft.com/office/powerpoint/2010/main" val="891834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7FA0531-DE13-46F7-82CC-42F09899FD5D}"/>
              </a:ext>
            </a:extLst>
          </p:cNvPr>
          <p:cNvSpPr txBox="1"/>
          <p:nvPr/>
        </p:nvSpPr>
        <p:spPr>
          <a:xfrm>
            <a:off x="477169" y="1806611"/>
            <a:ext cx="6175125" cy="6097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5226" tIns="47613" rIns="95226" bIns="47613" rtlCol="0" anchor="ctr" anchorCtr="0">
            <a:spAutoFit/>
          </a:bodyPr>
          <a:lstStyle/>
          <a:p>
            <a:pPr algn="ctr"/>
            <a:r>
              <a:rPr lang="en-US" sz="3300" b="1" dirty="0"/>
              <a:t>Title</a:t>
            </a:r>
            <a:endParaRPr lang="en-US" sz="33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57FA0531-DE13-46F7-82CC-42F09899FD5D}"/>
              </a:ext>
            </a:extLst>
          </p:cNvPr>
          <p:cNvSpPr txBox="1"/>
          <p:nvPr/>
        </p:nvSpPr>
        <p:spPr>
          <a:xfrm>
            <a:off x="477169" y="2528379"/>
            <a:ext cx="6175125" cy="326988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txBody>
          <a:bodyPr wrap="square" lIns="95226" tIns="47613" rIns="95226" bIns="47613" rtlCol="0">
            <a:spAutoFit/>
          </a:bodyPr>
          <a:lstStyle/>
          <a:p>
            <a:r>
              <a:rPr lang="en-US" altLang="ko-KR" sz="1500" dirty="0"/>
              <a:t>Provide information related to your skill here if needed.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7FA0531-DE13-46F7-82CC-42F09899FD5D}"/>
              </a:ext>
            </a:extLst>
          </p:cNvPr>
          <p:cNvSpPr txBox="1"/>
          <p:nvPr/>
        </p:nvSpPr>
        <p:spPr>
          <a:xfrm>
            <a:off x="477169" y="5775483"/>
            <a:ext cx="6175125" cy="37540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5226" tIns="47613" rIns="95226" bIns="47613" rtlCol="0" anchor="ctr" anchorCtr="0">
            <a:noAutofit/>
          </a:bodyPr>
          <a:lstStyle/>
          <a:p>
            <a:r>
              <a:rPr lang="en-US" sz="1500" b="1" dirty="0"/>
              <a:t>Directions: </a:t>
            </a:r>
            <a:r>
              <a:rPr lang="en-US" sz="1500" dirty="0"/>
              <a:t>Give details </a:t>
            </a:r>
            <a:r>
              <a:rPr lang="en-US" altLang="ko-KR" sz="1500" dirty="0"/>
              <a:t>here</a:t>
            </a:r>
            <a:endParaRPr lang="en-US" sz="15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A18A60D8-BAB4-D600-56CA-EAFDBE131B8D}"/>
              </a:ext>
            </a:extLst>
          </p:cNvPr>
          <p:cNvSpPr/>
          <p:nvPr/>
        </p:nvSpPr>
        <p:spPr>
          <a:xfrm>
            <a:off x="477171" y="6268224"/>
            <a:ext cx="6175124" cy="288851"/>
          </a:xfrm>
          <a:prstGeom prst="rect">
            <a:avLst/>
          </a:prstGeom>
        </p:spPr>
        <p:txBody>
          <a:bodyPr wrap="square" lIns="95226" tIns="47613" rIns="95226" bIns="47613">
            <a:spAutoFit/>
          </a:bodyPr>
          <a:lstStyle/>
          <a:p>
            <a:r>
              <a:rPr lang="en-US" altLang="ko-KR" sz="1200" dirty="0"/>
              <a:t>Text</a:t>
            </a:r>
            <a:endParaRPr lang="ko-KR" altLang="ko-KR" sz="1200" dirty="0"/>
          </a:p>
        </p:txBody>
      </p:sp>
    </p:spTree>
    <p:extLst>
      <p:ext uri="{BB962C8B-B14F-4D97-AF65-F5344CB8AC3E}">
        <p14:creationId xmlns:p14="http://schemas.microsoft.com/office/powerpoint/2010/main" val="2848187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2DD3E59-C036-E529-8F37-EEEEF1F11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CB5E974-83B1-2769-F33E-06CF29DA9380}"/>
              </a:ext>
            </a:extLst>
          </p:cNvPr>
          <p:cNvSpPr txBox="1"/>
          <p:nvPr/>
        </p:nvSpPr>
        <p:spPr>
          <a:xfrm>
            <a:off x="477169" y="1806612"/>
            <a:ext cx="6175125" cy="37540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5226" tIns="47613" rIns="95226" bIns="47613" rtlCol="0" anchor="ctr" anchorCtr="0">
            <a:noAutofit/>
          </a:bodyPr>
          <a:lstStyle/>
          <a:p>
            <a:r>
              <a:rPr lang="en-US" sz="1500" b="1" dirty="0"/>
              <a:t>Directions: </a:t>
            </a:r>
            <a:r>
              <a:rPr lang="en-US" sz="1500" dirty="0"/>
              <a:t>Give details </a:t>
            </a:r>
            <a:r>
              <a:rPr lang="en-US" altLang="ko-KR" sz="1500" dirty="0"/>
              <a:t>here</a:t>
            </a:r>
            <a:endParaRPr lang="en-US" sz="15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06131E9F-B8C2-0A44-A82A-9641296AD677}"/>
              </a:ext>
            </a:extLst>
          </p:cNvPr>
          <p:cNvSpPr/>
          <p:nvPr/>
        </p:nvSpPr>
        <p:spPr>
          <a:xfrm>
            <a:off x="477170" y="2310438"/>
            <a:ext cx="6175124" cy="288851"/>
          </a:xfrm>
          <a:prstGeom prst="rect">
            <a:avLst/>
          </a:prstGeom>
        </p:spPr>
        <p:txBody>
          <a:bodyPr wrap="square" lIns="95226" tIns="47613" rIns="95226" bIns="47613">
            <a:spAutoFit/>
          </a:bodyPr>
          <a:lstStyle/>
          <a:p>
            <a:r>
              <a:rPr lang="en-US" altLang="ko-KR" sz="1200" dirty="0"/>
              <a:t>Text</a:t>
            </a:r>
            <a:endParaRPr lang="ko-KR" altLang="ko-KR" sz="1200" dirty="0"/>
          </a:p>
        </p:txBody>
      </p:sp>
      <p:sp>
        <p:nvSpPr>
          <p:cNvPr id="5" name="Rectangle 4"/>
          <p:cNvSpPr/>
          <p:nvPr/>
        </p:nvSpPr>
        <p:spPr>
          <a:xfrm>
            <a:off x="1679385" y="4776733"/>
            <a:ext cx="3770694" cy="957483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226" tIns="47613" rIns="95226" bIns="47613" rtlCol="0" anchor="ctr"/>
          <a:lstStyle/>
          <a:p>
            <a:pPr algn="ctr"/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Delete this page if unneeded.</a:t>
            </a:r>
          </a:p>
        </p:txBody>
      </p:sp>
    </p:spTree>
    <p:extLst>
      <p:ext uri="{BB962C8B-B14F-4D97-AF65-F5344CB8AC3E}">
        <p14:creationId xmlns:p14="http://schemas.microsoft.com/office/powerpoint/2010/main" val="482828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7FA0531-DE13-46F7-82CC-42F09899FD5D}"/>
              </a:ext>
            </a:extLst>
          </p:cNvPr>
          <p:cNvSpPr txBox="1"/>
          <p:nvPr/>
        </p:nvSpPr>
        <p:spPr>
          <a:xfrm>
            <a:off x="477169" y="1806610"/>
            <a:ext cx="6175125" cy="37540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5226" tIns="47613" rIns="95226" bIns="47613" rtlCol="0" anchor="ctr" anchorCtr="0">
            <a:noAutofit/>
          </a:bodyPr>
          <a:lstStyle/>
          <a:p>
            <a:r>
              <a:rPr lang="en-US" sz="1500" b="1" dirty="0"/>
              <a:t>Directions: </a:t>
            </a:r>
            <a:r>
              <a:rPr lang="en-US" sz="1500" dirty="0"/>
              <a:t>Think of ideas for your paragraph.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477169" y="2462784"/>
            <a:ext cx="2750854" cy="269078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3901441" y="2462784"/>
            <a:ext cx="2750854" cy="269078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477169" y="7235952"/>
            <a:ext cx="2750854" cy="269078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3901440" y="7235952"/>
            <a:ext cx="2750854" cy="269078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2541432" y="5153568"/>
            <a:ext cx="2082384" cy="208238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697277" y="5716018"/>
            <a:ext cx="3770694" cy="957483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226" tIns="47613" rIns="95226" bIns="47613" rtlCol="0" anchor="ctr"/>
          <a:lstStyle/>
          <a:p>
            <a:pPr algn="ctr"/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Delete this page if unneeded.</a:t>
            </a:r>
          </a:p>
        </p:txBody>
      </p:sp>
    </p:spTree>
    <p:extLst>
      <p:ext uri="{BB962C8B-B14F-4D97-AF65-F5344CB8AC3E}">
        <p14:creationId xmlns:p14="http://schemas.microsoft.com/office/powerpoint/2010/main" val="3433630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7FA0531-DE13-46F7-82CC-42F09899FD5D}"/>
              </a:ext>
            </a:extLst>
          </p:cNvPr>
          <p:cNvSpPr txBox="1"/>
          <p:nvPr/>
        </p:nvSpPr>
        <p:spPr>
          <a:xfrm>
            <a:off x="477169" y="1793547"/>
            <a:ext cx="6175125" cy="37540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5226" tIns="47613" rIns="95226" bIns="47613" rtlCol="0" anchor="ctr" anchorCtr="0">
            <a:noAutofit/>
          </a:bodyPr>
          <a:lstStyle/>
          <a:p>
            <a:r>
              <a:rPr lang="en-US" sz="1500" b="1" dirty="0"/>
              <a:t>Paragraph Topic: </a:t>
            </a:r>
            <a:r>
              <a:rPr lang="en-US" sz="1500" dirty="0"/>
              <a:t>Write the topic h</a:t>
            </a:r>
            <a:r>
              <a:rPr lang="en-US" altLang="ko-KR" sz="1500" dirty="0"/>
              <a:t>ere</a:t>
            </a:r>
            <a:endParaRPr lang="en-US" sz="15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22823BFA-C0FF-4778-0836-3AF560916B4D}"/>
              </a:ext>
            </a:extLst>
          </p:cNvPr>
          <p:cNvGrpSpPr/>
          <p:nvPr/>
        </p:nvGrpSpPr>
        <p:grpSpPr>
          <a:xfrm>
            <a:off x="477169" y="6191388"/>
            <a:ext cx="6175125" cy="3761854"/>
            <a:chOff x="459000" y="5937337"/>
            <a:chExt cx="5940000" cy="3607495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EE21EC7E-F6ED-9CC0-2D47-9778A7452A76}"/>
                </a:ext>
              </a:extLst>
            </p:cNvPr>
            <p:cNvSpPr/>
            <p:nvPr/>
          </p:nvSpPr>
          <p:spPr>
            <a:xfrm>
              <a:off x="459000" y="6089737"/>
              <a:ext cx="5940000" cy="345509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GB" dirty="0">
                  <a:solidFill>
                    <a:schemeClr val="tx1"/>
                  </a:solidFill>
                </a:rPr>
                <a:t>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</a:t>
              </a:r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3B301356-D71D-6F53-22E3-B1E52D011EA1}"/>
                </a:ext>
              </a:extLst>
            </p:cNvPr>
            <p:cNvSpPr txBox="1"/>
            <p:nvPr/>
          </p:nvSpPr>
          <p:spPr>
            <a:xfrm>
              <a:off x="2877855" y="5937337"/>
              <a:ext cx="1102290" cy="36933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rgbClr val="262626"/>
                  </a:solidFill>
                  <a:latin typeface="Corbel" panose="020B0503020204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Rewrite</a:t>
              </a:r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8A709CFE-DAD9-2174-2974-2BCE350309AE}"/>
              </a:ext>
            </a:extLst>
          </p:cNvPr>
          <p:cNvGrpSpPr/>
          <p:nvPr/>
        </p:nvGrpSpPr>
        <p:grpSpPr>
          <a:xfrm>
            <a:off x="477169" y="2285616"/>
            <a:ext cx="6175125" cy="3795501"/>
            <a:chOff x="459000" y="2191830"/>
            <a:chExt cx="5940000" cy="363976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xmlns="" id="{BEFF7B6D-5C60-D9AD-7D71-4D6FE3248AFF}"/>
                </a:ext>
              </a:extLst>
            </p:cNvPr>
            <p:cNvSpPr/>
            <p:nvPr/>
          </p:nvSpPr>
          <p:spPr>
            <a:xfrm>
              <a:off x="459000" y="2376496"/>
              <a:ext cx="5940000" cy="345509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GB" dirty="0">
                  <a:solidFill>
                    <a:schemeClr val="tx1"/>
                  </a:solidFill>
                </a:rPr>
                <a:t>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9879C2A1-2B59-CD57-2B24-8AB62A4FCDE4}"/>
                </a:ext>
              </a:extLst>
            </p:cNvPr>
            <p:cNvSpPr txBox="1"/>
            <p:nvPr/>
          </p:nvSpPr>
          <p:spPr>
            <a:xfrm>
              <a:off x="2877855" y="2191830"/>
              <a:ext cx="1102290" cy="36933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rgbClr val="262626"/>
                  </a:solidFill>
                  <a:latin typeface="Corbel" panose="020B0503020204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Write</a:t>
              </a:r>
              <a:endParaRPr lang="en-US" dirty="0"/>
            </a:p>
          </p:txBody>
        </p: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74BFD77A-4561-F3E5-80DC-958461ED9FFC}"/>
              </a:ext>
            </a:extLst>
          </p:cNvPr>
          <p:cNvSpPr/>
          <p:nvPr/>
        </p:nvSpPr>
        <p:spPr>
          <a:xfrm>
            <a:off x="5701699" y="376622"/>
            <a:ext cx="1080813" cy="108414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226" tIns="47613" rIns="95226" bIns="47613" rtlCol="0" anchor="ctr">
            <a:prstTxWarp prst="textArchUp">
              <a:avLst/>
            </a:prstTxWarp>
          </a:bodyPr>
          <a:lstStyle/>
          <a:p>
            <a:pPr algn="ctr"/>
            <a:r>
              <a:rPr lang="en-GB" b="1" dirty="0">
                <a:solidFill>
                  <a:sysClr val="windowText" lastClr="000000"/>
                </a:solidFill>
                <a:latin typeface="A little sunshine" panose="02000603000000000000" pitchFamily="2" charset="0"/>
                <a:ea typeface="A little sunshine" panose="02000603000000000000" pitchFamily="2" charset="0"/>
              </a:rPr>
              <a:t>Score</a:t>
            </a:r>
            <a:endParaRPr lang="en-US" b="1" dirty="0">
              <a:solidFill>
                <a:sysClr val="windowText" lastClr="000000"/>
              </a:solidFill>
              <a:latin typeface="A little sunshine" panose="02000603000000000000" pitchFamily="2" charset="0"/>
              <a:ea typeface="A little sunshine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472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FF6C83DD-4A1F-372F-9DFA-CB5EB360C083}"/>
              </a:ext>
            </a:extLst>
          </p:cNvPr>
          <p:cNvSpPr/>
          <p:nvPr/>
        </p:nvSpPr>
        <p:spPr>
          <a:xfrm>
            <a:off x="1679385" y="4776733"/>
            <a:ext cx="3770694" cy="957483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226" tIns="47613" rIns="95226" bIns="47613" rtlCol="0" anchor="ctr"/>
          <a:lstStyle/>
          <a:p>
            <a:pPr algn="ctr"/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/>
              </a:rPr>
              <a:t>Delete this page if unneeded.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95313614-47EE-326D-492C-AC7B4520909F}"/>
              </a:ext>
            </a:extLst>
          </p:cNvPr>
          <p:cNvSpPr/>
          <p:nvPr/>
        </p:nvSpPr>
        <p:spPr>
          <a:xfrm>
            <a:off x="3635131" y="394937"/>
            <a:ext cx="3017162" cy="676147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226" tIns="47613" rIns="95226" bIns="47613" rtlCol="0" anchor="ctr"/>
          <a:lstStyle/>
          <a:p>
            <a:pPr algn="ctr"/>
            <a:r>
              <a:rPr lang="en-US" altLang="ko-KR" sz="29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Teacher’s Page</a:t>
            </a:r>
          </a:p>
        </p:txBody>
      </p:sp>
    </p:spTree>
    <p:extLst>
      <p:ext uri="{BB962C8B-B14F-4D97-AF65-F5344CB8AC3E}">
        <p14:creationId xmlns:p14="http://schemas.microsoft.com/office/powerpoint/2010/main" val="1694105214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Slid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1339</TotalTime>
  <Words>776</Words>
  <Application>Microsoft Office PowerPoint</Application>
  <PresentationFormat>Custom</PresentationFormat>
  <Paragraphs>176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Times New Roman</vt:lpstr>
      <vt:lpstr>Calibri</vt:lpstr>
      <vt:lpstr>맑은 고딕</vt:lpstr>
      <vt:lpstr>Corbel</vt:lpstr>
      <vt:lpstr>A little sunshine</vt:lpstr>
      <vt:lpstr>Master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dyb6720</cp:lastModifiedBy>
  <cp:revision>121</cp:revision>
  <cp:lastPrinted>2021-07-20T09:59:16Z</cp:lastPrinted>
  <dcterms:created xsi:type="dcterms:W3CDTF">2020-07-13T16:37:53Z</dcterms:created>
  <dcterms:modified xsi:type="dcterms:W3CDTF">2026-01-16T04:49:01Z</dcterms:modified>
</cp:coreProperties>
</file>