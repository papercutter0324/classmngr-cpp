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5"/>
  </p:notesMasterIdLst>
  <p:handoutMasterIdLst>
    <p:handoutMasterId r:id="rId6"/>
  </p:handoutMasterIdLst>
  <p:sldIdLst>
    <p:sldId id="276" r:id="rId2"/>
    <p:sldId id="258" r:id="rId3"/>
    <p:sldId id="275" r:id="rId4"/>
  </p:sldIdLst>
  <p:sldSz cx="7129463" cy="10329863"/>
  <p:notesSz cx="6735763" cy="9866313"/>
  <p:embeddedFontLst>
    <p:embeddedFont>
      <p:font typeface="Calibri" pitchFamily="34" charset="0"/>
      <p:regular r:id="rId7"/>
      <p:bold r:id="rId8"/>
      <p:italic r:id="rId9"/>
      <p:boldItalic r:id="rId10"/>
    </p:embeddedFont>
    <p:embeddedFont>
      <p:font typeface="맑은 고딕" pitchFamily="50" charset="-127"/>
      <p:regular r:id="rId11"/>
      <p:bold r:id="rId12"/>
    </p:embeddedFont>
    <p:embeddedFont>
      <p:font typeface="Corbel" pitchFamily="34" charset="0"/>
      <p:regular r:id="rId13"/>
      <p:bold r:id="rId14"/>
      <p:italic r:id="rId15"/>
      <p:boldItalic r:id="rId16"/>
    </p:embeddedFont>
  </p:embeddedFontLst>
  <p:defaultTextStyle>
    <a:defPPr>
      <a:defRPr lang="en-US"/>
    </a:defPPr>
    <a:lvl1pPr marL="0" algn="l" defTabSz="476128" rtl="0" eaLnBrk="1" latinLnBrk="0" hangingPunct="1">
      <a:defRPr sz="1900" kern="1200">
        <a:solidFill>
          <a:schemeClr val="tx1"/>
        </a:solidFill>
        <a:latin typeface="+mn-lt"/>
        <a:ea typeface="+mn-ea"/>
        <a:cs typeface="+mn-cs"/>
      </a:defRPr>
    </a:lvl1pPr>
    <a:lvl2pPr marL="476128" algn="l" defTabSz="476128" rtl="0" eaLnBrk="1" latinLnBrk="0" hangingPunct="1">
      <a:defRPr sz="1900" kern="1200">
        <a:solidFill>
          <a:schemeClr val="tx1"/>
        </a:solidFill>
        <a:latin typeface="+mn-lt"/>
        <a:ea typeface="+mn-ea"/>
        <a:cs typeface="+mn-cs"/>
      </a:defRPr>
    </a:lvl2pPr>
    <a:lvl3pPr marL="952256" algn="l" defTabSz="476128" rtl="0" eaLnBrk="1" latinLnBrk="0" hangingPunct="1">
      <a:defRPr sz="1900" kern="1200">
        <a:solidFill>
          <a:schemeClr val="tx1"/>
        </a:solidFill>
        <a:latin typeface="+mn-lt"/>
        <a:ea typeface="+mn-ea"/>
        <a:cs typeface="+mn-cs"/>
      </a:defRPr>
    </a:lvl3pPr>
    <a:lvl4pPr marL="1428384" algn="l" defTabSz="476128" rtl="0" eaLnBrk="1" latinLnBrk="0" hangingPunct="1">
      <a:defRPr sz="1900" kern="1200">
        <a:solidFill>
          <a:schemeClr val="tx1"/>
        </a:solidFill>
        <a:latin typeface="+mn-lt"/>
        <a:ea typeface="+mn-ea"/>
        <a:cs typeface="+mn-cs"/>
      </a:defRPr>
    </a:lvl4pPr>
    <a:lvl5pPr marL="1904512" algn="l" defTabSz="476128" rtl="0" eaLnBrk="1" latinLnBrk="0" hangingPunct="1">
      <a:defRPr sz="1900" kern="1200">
        <a:solidFill>
          <a:schemeClr val="tx1"/>
        </a:solidFill>
        <a:latin typeface="+mn-lt"/>
        <a:ea typeface="+mn-ea"/>
        <a:cs typeface="+mn-cs"/>
      </a:defRPr>
    </a:lvl5pPr>
    <a:lvl6pPr marL="2380640" algn="l" defTabSz="476128" rtl="0" eaLnBrk="1" latinLnBrk="0" hangingPunct="1">
      <a:defRPr sz="1900" kern="1200">
        <a:solidFill>
          <a:schemeClr val="tx1"/>
        </a:solidFill>
        <a:latin typeface="+mn-lt"/>
        <a:ea typeface="+mn-ea"/>
        <a:cs typeface="+mn-cs"/>
      </a:defRPr>
    </a:lvl6pPr>
    <a:lvl7pPr marL="2856768" algn="l" defTabSz="476128" rtl="0" eaLnBrk="1" latinLnBrk="0" hangingPunct="1">
      <a:defRPr sz="1900" kern="1200">
        <a:solidFill>
          <a:schemeClr val="tx1"/>
        </a:solidFill>
        <a:latin typeface="+mn-lt"/>
        <a:ea typeface="+mn-ea"/>
        <a:cs typeface="+mn-cs"/>
      </a:defRPr>
    </a:lvl7pPr>
    <a:lvl8pPr marL="3332897" algn="l" defTabSz="476128" rtl="0" eaLnBrk="1" latinLnBrk="0" hangingPunct="1">
      <a:defRPr sz="1900" kern="1200">
        <a:solidFill>
          <a:schemeClr val="tx1"/>
        </a:solidFill>
        <a:latin typeface="+mn-lt"/>
        <a:ea typeface="+mn-ea"/>
        <a:cs typeface="+mn-cs"/>
      </a:defRPr>
    </a:lvl8pPr>
    <a:lvl9pPr marL="3809025" algn="l" defTabSz="476128" rtl="0" eaLnBrk="1" latinLnBrk="0" hangingPunct="1">
      <a:defRPr sz="1900" kern="1200">
        <a:solidFill>
          <a:schemeClr val="tx1"/>
        </a:solidFill>
        <a:latin typeface="+mn-lt"/>
        <a:ea typeface="+mn-ea"/>
        <a:cs typeface="+mn-cs"/>
      </a:defRPr>
    </a:lvl9pPr>
  </p:defaultTextStyle>
  <p:extLst>
    <p:ext uri="{521415D9-36F7-43E2-AB2F-B90AF26B5E84}">
      <p14:sectionLst xmlns:p14="http://schemas.microsoft.com/office/powerpoint/2010/main">
        <p14:section name="Teacher's Pages" id="{960047ED-F51D-453C-90FA-A5CF5B41A7E0}">
          <p14:sldIdLst>
            <p14:sldId id="276"/>
          </p14:sldIdLst>
        </p14:section>
        <p14:section name="Worksheets" id="{96259867-702C-4E92-8161-6FFE7E64802D}">
          <p14:sldIdLst>
            <p14:sldId id="258"/>
            <p14:sldId id="275"/>
          </p14:sldIdLst>
        </p14:section>
      </p14:sectionLst>
    </p:ext>
    <p:ext uri="{EFAFB233-063F-42B5-8137-9DF3F51BA10A}">
      <p15:sldGuideLst xmlns:p15="http://schemas.microsoft.com/office/powerpoint/2012/main" xmlns="">
        <p15:guide id="1" orient="horz" pos="3120">
          <p15:clr>
            <a:srgbClr val="A4A3A4"/>
          </p15:clr>
        </p15:guide>
        <p15:guide id="2" pos="2160">
          <p15:clr>
            <a:srgbClr val="A4A3A4"/>
          </p15:clr>
        </p15:guide>
      </p15:sldGuideLst>
    </p:ext>
    <p:ext uri="{2D200454-40CA-4A62-9FC3-DE9A4176ACB9}">
      <p15:notesGuideLst xmlns:p15="http://schemas.microsoft.com/office/powerpoint/2012/main" xmlns="">
        <p15:guide id="1" orient="horz" pos="3107">
          <p15:clr>
            <a:srgbClr val="A4A3A4"/>
          </p15:clr>
        </p15:guide>
        <p15:guide id="2" pos="212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6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AC864A-F9D2-4327-AECD-4CB582E498A7}" v="8" dt="2022-10-07T06:22:37.3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8830" autoAdjust="0"/>
    <p:restoredTop sz="94660" autoAdjust="0"/>
  </p:normalViewPr>
  <p:slideViewPr>
    <p:cSldViewPr snapToGrid="0">
      <p:cViewPr>
        <p:scale>
          <a:sx n="70" d="100"/>
          <a:sy n="70" d="100"/>
        </p:scale>
        <p:origin x="-3096" y="-384"/>
      </p:cViewPr>
      <p:guideLst>
        <p:guide orient="horz" pos="3254"/>
        <p:guide pos="224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864" y="-84"/>
      </p:cViewPr>
      <p:guideLst>
        <p:guide orient="horz" pos="3107"/>
        <p:guide pos="212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font" Target="fonts/font5.fntdata"/><Relationship Id="rId5" Type="http://schemas.openxmlformats.org/officeDocument/2006/relationships/notesMaster" Target="notesMasters/notesMaster1.xml"/><Relationship Id="rId15" Type="http://schemas.openxmlformats.org/officeDocument/2006/relationships/font" Target="fonts/font9.fntdata"/><Relationship Id="rId28" Type="http://schemas.microsoft.com/office/2016/11/relationships/changesInfo" Target="changesInfos/changesInfo1.xml"/><Relationship Id="rId10" Type="http://schemas.openxmlformats.org/officeDocument/2006/relationships/font" Target="fonts/font4.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won Campus" userId="K0nWwFmMd+wMLLWkK4TmnTcKu9XbZDZvpeqHqB19TiY=" providerId="None" clId="Web-{C9AC864A-F9D2-4327-AECD-4CB582E498A7}"/>
    <pc:docChg chg="modSld">
      <pc:chgData name="Suwon Campus" userId="K0nWwFmMd+wMLLWkK4TmnTcKu9XbZDZvpeqHqB19TiY=" providerId="None" clId="Web-{C9AC864A-F9D2-4327-AECD-4CB582E498A7}" dt="2022-10-07T06:22:37.338" v="7"/>
      <pc:docMkLst>
        <pc:docMk/>
      </pc:docMkLst>
      <pc:sldChg chg="modSp">
        <pc:chgData name="Suwon Campus" userId="K0nWwFmMd+wMLLWkK4TmnTcKu9XbZDZvpeqHqB19TiY=" providerId="None" clId="Web-{C9AC864A-F9D2-4327-AECD-4CB582E498A7}" dt="2022-10-07T06:22:37.338" v="7"/>
        <pc:sldMkLst>
          <pc:docMk/>
          <pc:sldMk cId="1725844878" sldId="273"/>
        </pc:sldMkLst>
        <pc:graphicFrameChg chg="mod modGraphic">
          <ac:chgData name="Suwon Campus" userId="K0nWwFmMd+wMLLWkK4TmnTcKu9XbZDZvpeqHqB19TiY=" providerId="None" clId="Web-{C9AC864A-F9D2-4327-AECD-4CB582E498A7}" dt="2022-10-07T06:22:37.338" v="7"/>
          <ac:graphicFrameMkLst>
            <pc:docMk/>
            <pc:sldMk cId="1725844878" sldId="273"/>
            <ac:graphicFrameMk id="15"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052C3E58-FC31-4FEE-9121-1BE6FA4D1D42}"/>
              </a:ext>
            </a:extLst>
          </p:cNvPr>
          <p:cNvSpPr>
            <a:spLocks noGrp="1"/>
          </p:cNvSpPr>
          <p:nvPr>
            <p:ph type="hdr" sz="quarter"/>
          </p:nvPr>
        </p:nvSpPr>
        <p:spPr>
          <a:xfrm>
            <a:off x="1" y="0"/>
            <a:ext cx="2918830" cy="495029"/>
          </a:xfrm>
          <a:prstGeom prst="rect">
            <a:avLst/>
          </a:prstGeom>
        </p:spPr>
        <p:txBody>
          <a:bodyPr vert="horz" lIns="94753" tIns="47377" rIns="94753" bIns="47377" rtlCol="0"/>
          <a:lstStyle>
            <a:lvl1pPr algn="l">
              <a:defRPr sz="1200"/>
            </a:lvl1pPr>
          </a:lstStyle>
          <a:p>
            <a:r>
              <a:rPr lang="en-US"/>
              <a:t>dfgdfgd</a:t>
            </a:r>
          </a:p>
        </p:txBody>
      </p:sp>
      <p:sp>
        <p:nvSpPr>
          <p:cNvPr id="3" name="Date Placeholder 2">
            <a:extLst>
              <a:ext uri="{FF2B5EF4-FFF2-40B4-BE49-F238E27FC236}">
                <a16:creationId xmlns:a16="http://schemas.microsoft.com/office/drawing/2014/main" xmlns="" id="{5FB416B6-C8B4-41BB-96F7-875CD40A9CFD}"/>
              </a:ext>
            </a:extLst>
          </p:cNvPr>
          <p:cNvSpPr>
            <a:spLocks noGrp="1"/>
          </p:cNvSpPr>
          <p:nvPr>
            <p:ph type="dt" sz="quarter" idx="1"/>
          </p:nvPr>
        </p:nvSpPr>
        <p:spPr>
          <a:xfrm>
            <a:off x="3815377" y="0"/>
            <a:ext cx="2918830" cy="495029"/>
          </a:xfrm>
          <a:prstGeom prst="rect">
            <a:avLst/>
          </a:prstGeom>
        </p:spPr>
        <p:txBody>
          <a:bodyPr vert="horz" lIns="94753" tIns="47377" rIns="94753" bIns="47377" rtlCol="0"/>
          <a:lstStyle>
            <a:lvl1pPr algn="r">
              <a:defRPr sz="1200"/>
            </a:lvl1pPr>
          </a:lstStyle>
          <a:p>
            <a:fld id="{D87EE37D-3529-496A-9F63-2FC13D94ED3A}" type="datetimeFigureOut">
              <a:rPr lang="en-US" smtClean="0"/>
              <a:t>5/8/2025</a:t>
            </a:fld>
            <a:endParaRPr lang="en-US"/>
          </a:p>
        </p:txBody>
      </p:sp>
      <p:sp>
        <p:nvSpPr>
          <p:cNvPr id="4" name="Footer Placeholder 3">
            <a:extLst>
              <a:ext uri="{FF2B5EF4-FFF2-40B4-BE49-F238E27FC236}">
                <a16:creationId xmlns:a16="http://schemas.microsoft.com/office/drawing/2014/main" xmlns="" id="{865CA99A-ACD3-4DEA-9994-810C46A63B00}"/>
              </a:ext>
            </a:extLst>
          </p:cNvPr>
          <p:cNvSpPr>
            <a:spLocks noGrp="1"/>
          </p:cNvSpPr>
          <p:nvPr>
            <p:ph type="ftr" sz="quarter" idx="2"/>
          </p:nvPr>
        </p:nvSpPr>
        <p:spPr>
          <a:xfrm>
            <a:off x="1" y="9371286"/>
            <a:ext cx="2918830" cy="495028"/>
          </a:xfrm>
          <a:prstGeom prst="rect">
            <a:avLst/>
          </a:prstGeom>
        </p:spPr>
        <p:txBody>
          <a:bodyPr vert="horz" lIns="94753" tIns="47377" rIns="94753" bIns="47377"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D166752F-6080-4975-86B1-491B1DA734FF}"/>
              </a:ext>
            </a:extLst>
          </p:cNvPr>
          <p:cNvSpPr>
            <a:spLocks noGrp="1"/>
          </p:cNvSpPr>
          <p:nvPr>
            <p:ph type="sldNum" sz="quarter" idx="3"/>
          </p:nvPr>
        </p:nvSpPr>
        <p:spPr>
          <a:xfrm>
            <a:off x="3815377" y="9371286"/>
            <a:ext cx="2918830" cy="495028"/>
          </a:xfrm>
          <a:prstGeom prst="rect">
            <a:avLst/>
          </a:prstGeom>
        </p:spPr>
        <p:txBody>
          <a:bodyPr vert="horz" lIns="94753" tIns="47377" rIns="94753" bIns="47377" rtlCol="0" anchor="b"/>
          <a:lstStyle>
            <a:lvl1pPr algn="r">
              <a:defRPr sz="1200"/>
            </a:lvl1pPr>
          </a:lstStyle>
          <a:p>
            <a:fld id="{D646DF12-3EAB-4F93-BC27-D53F6E45AB64}" type="slidenum">
              <a:rPr lang="en-US" smtClean="0"/>
              <a:t>‹#›</a:t>
            </a:fld>
            <a:endParaRPr lang="en-US"/>
          </a:p>
        </p:txBody>
      </p:sp>
    </p:spTree>
    <p:extLst>
      <p:ext uri="{BB962C8B-B14F-4D97-AF65-F5344CB8AC3E}">
        <p14:creationId xmlns:p14="http://schemas.microsoft.com/office/powerpoint/2010/main" val="686154245"/>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18830" cy="495029"/>
          </a:xfrm>
          <a:prstGeom prst="rect">
            <a:avLst/>
          </a:prstGeom>
        </p:spPr>
        <p:txBody>
          <a:bodyPr vert="horz" lIns="94753" tIns="47377" rIns="94753" bIns="47377" rtlCol="0"/>
          <a:lstStyle>
            <a:lvl1pPr algn="l">
              <a:defRPr sz="1200"/>
            </a:lvl1pPr>
          </a:lstStyle>
          <a:p>
            <a:r>
              <a:rPr lang="en-US"/>
              <a:t>dfgdfgd</a:t>
            </a:r>
          </a:p>
        </p:txBody>
      </p:sp>
      <p:sp>
        <p:nvSpPr>
          <p:cNvPr id="3" name="Date Placeholder 2"/>
          <p:cNvSpPr>
            <a:spLocks noGrp="1"/>
          </p:cNvSpPr>
          <p:nvPr>
            <p:ph type="dt" idx="1"/>
          </p:nvPr>
        </p:nvSpPr>
        <p:spPr>
          <a:xfrm>
            <a:off x="3815377" y="0"/>
            <a:ext cx="2918830" cy="495029"/>
          </a:xfrm>
          <a:prstGeom prst="rect">
            <a:avLst/>
          </a:prstGeom>
        </p:spPr>
        <p:txBody>
          <a:bodyPr vert="horz" lIns="94753" tIns="47377" rIns="94753" bIns="47377" rtlCol="0"/>
          <a:lstStyle>
            <a:lvl1pPr algn="r">
              <a:defRPr sz="1200"/>
            </a:lvl1pPr>
          </a:lstStyle>
          <a:p>
            <a:fld id="{69E6B141-C65A-472C-A01E-FE62230CD7EB}" type="datetimeFigureOut">
              <a:rPr lang="en-US" smtClean="0"/>
              <a:t>5/8/2025</a:t>
            </a:fld>
            <a:endParaRPr lang="en-US"/>
          </a:p>
        </p:txBody>
      </p:sp>
      <p:sp>
        <p:nvSpPr>
          <p:cNvPr id="4" name="Slide Image Placeholder 3"/>
          <p:cNvSpPr>
            <a:spLocks noGrp="1" noRot="1" noChangeAspect="1"/>
          </p:cNvSpPr>
          <p:nvPr>
            <p:ph type="sldImg" idx="2"/>
          </p:nvPr>
        </p:nvSpPr>
        <p:spPr>
          <a:xfrm>
            <a:off x="2219325" y="1233488"/>
            <a:ext cx="2297113" cy="3330575"/>
          </a:xfrm>
          <a:prstGeom prst="rect">
            <a:avLst/>
          </a:prstGeom>
          <a:noFill/>
          <a:ln w="12700">
            <a:solidFill>
              <a:prstClr val="black"/>
            </a:solidFill>
          </a:ln>
        </p:spPr>
        <p:txBody>
          <a:bodyPr vert="horz" lIns="94753" tIns="47377" rIns="94753" bIns="47377" rtlCol="0" anchor="ctr"/>
          <a:lstStyle/>
          <a:p>
            <a:endParaRPr lang="en-US"/>
          </a:p>
        </p:txBody>
      </p:sp>
      <p:sp>
        <p:nvSpPr>
          <p:cNvPr id="5" name="Notes Placeholder 4"/>
          <p:cNvSpPr>
            <a:spLocks noGrp="1"/>
          </p:cNvSpPr>
          <p:nvPr>
            <p:ph type="body" sz="quarter" idx="3"/>
          </p:nvPr>
        </p:nvSpPr>
        <p:spPr>
          <a:xfrm>
            <a:off x="673577" y="4748170"/>
            <a:ext cx="5388610" cy="3884861"/>
          </a:xfrm>
          <a:prstGeom prst="rect">
            <a:avLst/>
          </a:prstGeom>
        </p:spPr>
        <p:txBody>
          <a:bodyPr vert="horz" lIns="94753" tIns="47377" rIns="94753" bIns="4737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371286"/>
            <a:ext cx="2918830" cy="495028"/>
          </a:xfrm>
          <a:prstGeom prst="rect">
            <a:avLst/>
          </a:prstGeom>
        </p:spPr>
        <p:txBody>
          <a:bodyPr vert="horz" lIns="94753" tIns="47377" rIns="94753" bIns="47377" rtlCol="0" anchor="b"/>
          <a:lstStyle>
            <a:lvl1pPr algn="l">
              <a:defRPr sz="1200"/>
            </a:lvl1pPr>
          </a:lstStyle>
          <a:p>
            <a:endParaRPr lang="en-US"/>
          </a:p>
        </p:txBody>
      </p:sp>
      <p:sp>
        <p:nvSpPr>
          <p:cNvPr id="7" name="Slide Number Placeholder 6"/>
          <p:cNvSpPr>
            <a:spLocks noGrp="1"/>
          </p:cNvSpPr>
          <p:nvPr>
            <p:ph type="sldNum" sz="quarter" idx="5"/>
          </p:nvPr>
        </p:nvSpPr>
        <p:spPr>
          <a:xfrm>
            <a:off x="3815377" y="9371286"/>
            <a:ext cx="2918830" cy="495028"/>
          </a:xfrm>
          <a:prstGeom prst="rect">
            <a:avLst/>
          </a:prstGeom>
        </p:spPr>
        <p:txBody>
          <a:bodyPr vert="horz" lIns="94753" tIns="47377" rIns="94753" bIns="47377" rtlCol="0" anchor="b"/>
          <a:lstStyle>
            <a:lvl1pPr algn="r">
              <a:defRPr sz="1200"/>
            </a:lvl1pPr>
          </a:lstStyle>
          <a:p>
            <a:fld id="{DED023D9-D272-48A3-9062-A0B37F954AB8}" type="slidenum">
              <a:rPr lang="en-US" smtClean="0"/>
              <a:t>‹#›</a:t>
            </a:fld>
            <a:endParaRPr lang="en-US"/>
          </a:p>
        </p:txBody>
      </p:sp>
    </p:spTree>
    <p:extLst>
      <p:ext uri="{BB962C8B-B14F-4D97-AF65-F5344CB8AC3E}">
        <p14:creationId xmlns:p14="http://schemas.microsoft.com/office/powerpoint/2010/main" val="4097341273"/>
      </p:ext>
    </p:extLst>
  </p:cSld>
  <p:clrMap bg1="lt1" tx1="dk1" bg2="lt2" tx2="dk2" accent1="accent1" accent2="accent2" accent3="accent3" accent4="accent4" accent5="accent5" accent6="accent6" hlink="hlink" folHlink="folHlink"/>
  <p:hf ftr="0" dt="0"/>
  <p:notesStyle>
    <a:lvl1pPr marL="0" algn="l" defTabSz="952256" rtl="0" eaLnBrk="1" latinLnBrk="0" hangingPunct="1">
      <a:defRPr sz="1200" kern="1200">
        <a:solidFill>
          <a:schemeClr val="tx1"/>
        </a:solidFill>
        <a:latin typeface="+mn-lt"/>
        <a:ea typeface="+mn-ea"/>
        <a:cs typeface="+mn-cs"/>
      </a:defRPr>
    </a:lvl1pPr>
    <a:lvl2pPr marL="476128" algn="l" defTabSz="952256" rtl="0" eaLnBrk="1" latinLnBrk="0" hangingPunct="1">
      <a:defRPr sz="1200" kern="1200">
        <a:solidFill>
          <a:schemeClr val="tx1"/>
        </a:solidFill>
        <a:latin typeface="+mn-lt"/>
        <a:ea typeface="+mn-ea"/>
        <a:cs typeface="+mn-cs"/>
      </a:defRPr>
    </a:lvl2pPr>
    <a:lvl3pPr marL="952256" algn="l" defTabSz="952256" rtl="0" eaLnBrk="1" latinLnBrk="0" hangingPunct="1">
      <a:defRPr sz="1200" kern="1200">
        <a:solidFill>
          <a:schemeClr val="tx1"/>
        </a:solidFill>
        <a:latin typeface="+mn-lt"/>
        <a:ea typeface="+mn-ea"/>
        <a:cs typeface="+mn-cs"/>
      </a:defRPr>
    </a:lvl3pPr>
    <a:lvl4pPr marL="1428384" algn="l" defTabSz="952256" rtl="0" eaLnBrk="1" latinLnBrk="0" hangingPunct="1">
      <a:defRPr sz="1200" kern="1200">
        <a:solidFill>
          <a:schemeClr val="tx1"/>
        </a:solidFill>
        <a:latin typeface="+mn-lt"/>
        <a:ea typeface="+mn-ea"/>
        <a:cs typeface="+mn-cs"/>
      </a:defRPr>
    </a:lvl4pPr>
    <a:lvl5pPr marL="1904512" algn="l" defTabSz="952256" rtl="0" eaLnBrk="1" latinLnBrk="0" hangingPunct="1">
      <a:defRPr sz="1200" kern="1200">
        <a:solidFill>
          <a:schemeClr val="tx1"/>
        </a:solidFill>
        <a:latin typeface="+mn-lt"/>
        <a:ea typeface="+mn-ea"/>
        <a:cs typeface="+mn-cs"/>
      </a:defRPr>
    </a:lvl5pPr>
    <a:lvl6pPr marL="2380640" algn="l" defTabSz="952256" rtl="0" eaLnBrk="1" latinLnBrk="0" hangingPunct="1">
      <a:defRPr sz="1200" kern="1200">
        <a:solidFill>
          <a:schemeClr val="tx1"/>
        </a:solidFill>
        <a:latin typeface="+mn-lt"/>
        <a:ea typeface="+mn-ea"/>
        <a:cs typeface="+mn-cs"/>
      </a:defRPr>
    </a:lvl6pPr>
    <a:lvl7pPr marL="2856768" algn="l" defTabSz="952256" rtl="0" eaLnBrk="1" latinLnBrk="0" hangingPunct="1">
      <a:defRPr sz="1200" kern="1200">
        <a:solidFill>
          <a:schemeClr val="tx1"/>
        </a:solidFill>
        <a:latin typeface="+mn-lt"/>
        <a:ea typeface="+mn-ea"/>
        <a:cs typeface="+mn-cs"/>
      </a:defRPr>
    </a:lvl7pPr>
    <a:lvl8pPr marL="3332897" algn="l" defTabSz="952256" rtl="0" eaLnBrk="1" latinLnBrk="0" hangingPunct="1">
      <a:defRPr sz="1200" kern="1200">
        <a:solidFill>
          <a:schemeClr val="tx1"/>
        </a:solidFill>
        <a:latin typeface="+mn-lt"/>
        <a:ea typeface="+mn-ea"/>
        <a:cs typeface="+mn-cs"/>
      </a:defRPr>
    </a:lvl8pPr>
    <a:lvl9pPr marL="3809025" algn="l" defTabSz="95225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ADFEFB6-E833-034A-25EF-FAE5422C3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B2DAB603-5FE3-6897-5F26-E035CD02B8A0}"/>
              </a:ext>
            </a:extLst>
          </p:cNvPr>
          <p:cNvSpPr>
            <a:spLocks noGrp="1" noRot="1" noChangeAspect="1"/>
          </p:cNvSpPr>
          <p:nvPr>
            <p:ph type="sldImg"/>
          </p:nvPr>
        </p:nvSpPr>
        <p:spPr>
          <a:xfrm>
            <a:off x="2219325" y="1233488"/>
            <a:ext cx="2297113" cy="3330575"/>
          </a:xfrm>
        </p:spPr>
      </p:sp>
      <p:sp>
        <p:nvSpPr>
          <p:cNvPr id="3" name="Notes Placeholder 2">
            <a:extLst>
              <a:ext uri="{FF2B5EF4-FFF2-40B4-BE49-F238E27FC236}">
                <a16:creationId xmlns:a16="http://schemas.microsoft.com/office/drawing/2014/main" xmlns="" id="{F36F1863-EF76-EDB6-A218-81EF5E3849B8}"/>
              </a:ext>
            </a:extLst>
          </p:cNvPr>
          <p:cNvSpPr>
            <a:spLocks noGrp="1"/>
          </p:cNvSpPr>
          <p:nvPr>
            <p:ph type="body" idx="1"/>
          </p:nvPr>
        </p:nvSpPr>
        <p:spPr/>
        <p:txBody>
          <a:bodyPr/>
          <a:lstStyle/>
          <a:p>
            <a:endParaRPr lang="ko-KR" altLang="en-US"/>
          </a:p>
        </p:txBody>
      </p:sp>
      <p:sp>
        <p:nvSpPr>
          <p:cNvPr id="4" name="Header Placeholder 3">
            <a:extLst>
              <a:ext uri="{FF2B5EF4-FFF2-40B4-BE49-F238E27FC236}">
                <a16:creationId xmlns:a16="http://schemas.microsoft.com/office/drawing/2014/main" xmlns="" id="{1834B8A1-8ED7-4FC0-EEDF-3AA4E8CF8F6E}"/>
              </a:ext>
            </a:extLst>
          </p:cNvPr>
          <p:cNvSpPr>
            <a:spLocks noGrp="1"/>
          </p:cNvSpPr>
          <p:nvPr>
            <p:ph type="hdr" sz="quarter" idx="10"/>
          </p:nvPr>
        </p:nvSpPr>
        <p:spPr/>
        <p:txBody>
          <a:bodyPr/>
          <a:lstStyle/>
          <a:p>
            <a:r>
              <a:rPr lang="en-US"/>
              <a:t>dfgdfgd</a:t>
            </a:r>
          </a:p>
        </p:txBody>
      </p:sp>
      <p:sp>
        <p:nvSpPr>
          <p:cNvPr id="5" name="Slide Number Placeholder 4">
            <a:extLst>
              <a:ext uri="{FF2B5EF4-FFF2-40B4-BE49-F238E27FC236}">
                <a16:creationId xmlns:a16="http://schemas.microsoft.com/office/drawing/2014/main" xmlns="" id="{FDB86DD1-F2B4-3783-B31D-619819769EB8}"/>
              </a:ext>
            </a:extLst>
          </p:cNvPr>
          <p:cNvSpPr>
            <a:spLocks noGrp="1"/>
          </p:cNvSpPr>
          <p:nvPr>
            <p:ph type="sldNum" sz="quarter" idx="11"/>
          </p:nvPr>
        </p:nvSpPr>
        <p:spPr/>
        <p:txBody>
          <a:bodyPr/>
          <a:lstStyle/>
          <a:p>
            <a:fld id="{DED023D9-D272-48A3-9062-A0B37F954AB8}" type="slidenum">
              <a:rPr lang="en-US" smtClean="0"/>
              <a:t>1</a:t>
            </a:fld>
            <a:endParaRPr lang="en-US"/>
          </a:p>
        </p:txBody>
      </p:sp>
    </p:spTree>
    <p:extLst>
      <p:ext uri="{BB962C8B-B14F-4D97-AF65-F5344CB8AC3E}">
        <p14:creationId xmlns:p14="http://schemas.microsoft.com/office/powerpoint/2010/main" val="2750667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eacher's Page">
    <p:spTree>
      <p:nvGrpSpPr>
        <p:cNvPr id="1" name=""/>
        <p:cNvGrpSpPr/>
        <p:nvPr/>
      </p:nvGrpSpPr>
      <p:grpSpPr>
        <a:xfrm>
          <a:off x="0" y="0"/>
          <a:ext cx="0" cy="0"/>
          <a:chOff x="0" y="0"/>
          <a:chExt cx="0" cy="0"/>
        </a:xfrm>
      </p:grpSpPr>
      <p:sp>
        <p:nvSpPr>
          <p:cNvPr id="20" name="Rectangle 19"/>
          <p:cNvSpPr/>
          <p:nvPr userDrawn="1"/>
        </p:nvSpPr>
        <p:spPr>
          <a:xfrm>
            <a:off x="477169" y="9720003"/>
            <a:ext cx="6175125" cy="2252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r>
              <a:rPr lang="en-US" altLang="ko-KR" sz="1100" dirty="0">
                <a:solidFill>
                  <a:schemeClr val="tx1"/>
                </a:solidFill>
                <a:cs typeface="Arial"/>
              </a:rPr>
              <a:t>Filename: </a:t>
            </a:r>
            <a:endParaRPr lang="ko-KR" altLang="ko-KR" sz="1100" dirty="0">
              <a:solidFill>
                <a:schemeClr val="tx1"/>
              </a:solidFill>
              <a:cs typeface="Arial"/>
            </a:endParaRPr>
          </a:p>
        </p:txBody>
      </p:sp>
    </p:spTree>
    <p:extLst>
      <p:ext uri="{BB962C8B-B14F-4D97-AF65-F5344CB8AC3E}">
        <p14:creationId xmlns:p14="http://schemas.microsoft.com/office/powerpoint/2010/main" val="3768741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Activity">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74F4BDC5-92AB-48A1-BA86-9C45F731C725}"/>
              </a:ext>
            </a:extLst>
          </p:cNvPr>
          <p:cNvGrpSpPr>
            <a:grpSpLocks/>
          </p:cNvGrpSpPr>
          <p:nvPr userDrawn="1"/>
        </p:nvGrpSpPr>
        <p:grpSpPr bwMode="auto">
          <a:xfrm>
            <a:off x="477169" y="1304231"/>
            <a:ext cx="6175125" cy="397965"/>
            <a:chOff x="1399" y="2240"/>
            <a:chExt cx="9265" cy="601"/>
          </a:xfrm>
        </p:grpSpPr>
        <p:cxnSp>
          <p:nvCxnSpPr>
            <p:cNvPr id="9" name="AutoShape 7">
              <a:extLst>
                <a:ext uri="{FF2B5EF4-FFF2-40B4-BE49-F238E27FC236}">
                  <a16:creationId xmlns:a16="http://schemas.microsoft.com/office/drawing/2014/main" xmlns="" id="{2DD6FD4F-EDC0-4BDC-A014-4B218B300121}"/>
                </a:ext>
              </a:extLst>
            </p:cNvPr>
            <p:cNvCxnSpPr>
              <a:cxnSpLocks noChangeShapeType="1"/>
            </p:cNvCxnSpPr>
            <p:nvPr/>
          </p:nvCxnSpPr>
          <p:spPr bwMode="auto">
            <a:xfrm>
              <a:off x="1399" y="2722"/>
              <a:ext cx="9265" cy="1"/>
            </a:xfrm>
            <a:prstGeom prst="straightConnector1">
              <a:avLst/>
            </a:prstGeom>
            <a:noFill/>
            <a:ln w="57150">
              <a:solidFill>
                <a:sysClr val="window" lastClr="FFFFFF">
                  <a:lumMod val="65000"/>
                  <a:lumOff val="0"/>
                </a:sysClr>
              </a:solidFill>
              <a:round/>
              <a:headEnd/>
              <a:tailEnd/>
            </a:ln>
            <a:extLst>
              <a:ext uri="{909E8E84-426E-40DD-AFC4-6F175D3DCCD1}">
                <a14:hiddenFill xmlns:a14="http://schemas.microsoft.com/office/drawing/2010/main">
                  <a:noFill/>
                </a14:hiddenFill>
              </a:ext>
            </a:extLst>
          </p:spPr>
        </p:cxnSp>
        <p:sp>
          <p:nvSpPr>
            <p:cNvPr id="10" name="Text Box 8">
              <a:extLst>
                <a:ext uri="{FF2B5EF4-FFF2-40B4-BE49-F238E27FC236}">
                  <a16:creationId xmlns:a16="http://schemas.microsoft.com/office/drawing/2014/main" xmlns="" id="{E182D0EC-1435-4FDF-8133-C7A9DC7882D1}"/>
                </a:ext>
              </a:extLst>
            </p:cNvPr>
            <p:cNvSpPr txBox="1">
              <a:spLocks noChangeArrowheads="1"/>
            </p:cNvSpPr>
            <p:nvPr/>
          </p:nvSpPr>
          <p:spPr bwMode="auto">
            <a:xfrm>
              <a:off x="1399" y="2240"/>
              <a:ext cx="5974"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r>
                <a:rPr lang="en-US" sz="2900" b="1" dirty="0" smtClean="0">
                  <a:solidFill>
                    <a:srgbClr val="262626"/>
                  </a:solidFill>
                  <a:effectLst/>
                  <a:latin typeface="Corbel" panose="020B0503020204020204" pitchFamily="34" charset="0"/>
                  <a:ea typeface="Calibri" panose="020F0502020204030204" pitchFamily="34" charset="0"/>
                  <a:cs typeface="Times New Roman" panose="02020603050405020304" pitchFamily="18" charset="0"/>
                </a:rPr>
                <a:t>Activity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80244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bordered)">
    <p:spTree>
      <p:nvGrpSpPr>
        <p:cNvPr id="1" name=""/>
        <p:cNvGrpSpPr/>
        <p:nvPr/>
      </p:nvGrpSpPr>
      <p:grpSpPr>
        <a:xfrm>
          <a:off x="0" y="0"/>
          <a:ext cx="0" cy="0"/>
          <a:chOff x="0" y="0"/>
          <a:chExt cx="0" cy="0"/>
        </a:xfrm>
      </p:grpSpPr>
      <p:sp>
        <p:nvSpPr>
          <p:cNvPr id="6" name="Rectangle 5"/>
          <p:cNvSpPr/>
          <p:nvPr userDrawn="1"/>
        </p:nvSpPr>
        <p:spPr>
          <a:xfrm>
            <a:off x="332708" y="354756"/>
            <a:ext cx="6432360" cy="929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ko-KR" altLang="en-US"/>
          </a:p>
        </p:txBody>
      </p:sp>
    </p:spTree>
    <p:extLst>
      <p:ext uri="{BB962C8B-B14F-4D97-AF65-F5344CB8AC3E}">
        <p14:creationId xmlns:p14="http://schemas.microsoft.com/office/powerpoint/2010/main" val="4290798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no border)">
    <p:spTree>
      <p:nvGrpSpPr>
        <p:cNvPr id="1" name=""/>
        <p:cNvGrpSpPr/>
        <p:nvPr/>
      </p:nvGrpSpPr>
      <p:grpSpPr>
        <a:xfrm>
          <a:off x="0" y="0"/>
          <a:ext cx="0" cy="0"/>
          <a:chOff x="0" y="0"/>
          <a:chExt cx="0" cy="0"/>
        </a:xfrm>
      </p:grpSpPr>
      <p:sp>
        <p:nvSpPr>
          <p:cNvPr id="6" name="Rectangle 5"/>
          <p:cNvSpPr/>
          <p:nvPr userDrawn="1"/>
        </p:nvSpPr>
        <p:spPr>
          <a:xfrm>
            <a:off x="332708" y="354756"/>
            <a:ext cx="6432360" cy="9293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ko-KR" altLang="en-US"/>
          </a:p>
        </p:txBody>
      </p:sp>
      <p:sp>
        <p:nvSpPr>
          <p:cNvPr id="3" name="Rectangle 2"/>
          <p:cNvSpPr/>
          <p:nvPr userDrawn="1"/>
        </p:nvSpPr>
        <p:spPr>
          <a:xfrm>
            <a:off x="121632" y="120699"/>
            <a:ext cx="6886200" cy="100608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spTree>
    <p:extLst>
      <p:ext uri="{BB962C8B-B14F-4D97-AF65-F5344CB8AC3E}">
        <p14:creationId xmlns:p14="http://schemas.microsoft.com/office/powerpoint/2010/main" val="39323540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5F572279-2C41-4593-AFA1-A85317F4027D}"/>
              </a:ext>
            </a:extLst>
          </p:cNvPr>
          <p:cNvSpPr/>
          <p:nvPr userDrawn="1"/>
        </p:nvSpPr>
        <p:spPr>
          <a:xfrm>
            <a:off x="233907" y="247141"/>
            <a:ext cx="6661650" cy="9835581"/>
          </a:xfrm>
          <a:prstGeom prst="rect">
            <a:avLst/>
          </a:prstGeom>
          <a:noFill/>
          <a:ln w="50800" cmpd="thinThick">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endParaRPr lang="en-US"/>
          </a:p>
        </p:txBody>
      </p:sp>
      <p:grpSp>
        <p:nvGrpSpPr>
          <p:cNvPr id="2" name="Group 1"/>
          <p:cNvGrpSpPr/>
          <p:nvPr userDrawn="1"/>
        </p:nvGrpSpPr>
        <p:grpSpPr>
          <a:xfrm>
            <a:off x="478655" y="432296"/>
            <a:ext cx="6175125" cy="755385"/>
            <a:chOff x="460429" y="414557"/>
            <a:chExt cx="5940000" cy="724389"/>
          </a:xfrm>
        </p:grpSpPr>
        <p:grpSp>
          <p:nvGrpSpPr>
            <p:cNvPr id="9" name="Group 8">
              <a:extLst>
                <a:ext uri="{FF2B5EF4-FFF2-40B4-BE49-F238E27FC236}">
                  <a16:creationId xmlns:a16="http://schemas.microsoft.com/office/drawing/2014/main" xmlns="" id="{AA890661-4339-4EA7-B73B-1A3605EAB6A1}"/>
                </a:ext>
              </a:extLst>
            </p:cNvPr>
            <p:cNvGrpSpPr/>
            <p:nvPr userDrawn="1"/>
          </p:nvGrpSpPr>
          <p:grpSpPr>
            <a:xfrm>
              <a:off x="460429" y="438642"/>
              <a:ext cx="5940000" cy="700304"/>
              <a:chOff x="640080" y="491982"/>
              <a:chExt cx="5940000" cy="700304"/>
            </a:xfrm>
          </p:grpSpPr>
          <p:pic>
            <p:nvPicPr>
              <p:cNvPr id="10" name="Picture 9">
                <a:extLst>
                  <a:ext uri="{FF2B5EF4-FFF2-40B4-BE49-F238E27FC236}">
                    <a16:creationId xmlns:a16="http://schemas.microsoft.com/office/drawing/2014/main" xmlns="" id="{1EEA448C-B610-4AFB-8B6B-E279B58D7BFE}"/>
                  </a:ext>
                </a:extLst>
              </p:cNvPr>
              <p:cNvPicPr/>
              <p:nvPr/>
            </p:nvPicPr>
            <p:blipFill>
              <a:blip r:embed="rId6" cstate="print"/>
              <a:srcRect/>
              <a:stretch>
                <a:fillRect/>
              </a:stretch>
            </p:blipFill>
            <p:spPr bwMode="auto">
              <a:xfrm>
                <a:off x="660082" y="491982"/>
                <a:ext cx="712470" cy="601980"/>
              </a:xfrm>
              <a:prstGeom prst="rect">
                <a:avLst/>
              </a:prstGeom>
              <a:noFill/>
              <a:ln w="9525">
                <a:noFill/>
                <a:miter lim="800000"/>
                <a:headEnd/>
                <a:tailEnd/>
              </a:ln>
            </p:spPr>
          </p:pic>
          <p:cxnSp>
            <p:nvCxnSpPr>
              <p:cNvPr id="11" name="AutoShape 8">
                <a:extLst>
                  <a:ext uri="{FF2B5EF4-FFF2-40B4-BE49-F238E27FC236}">
                    <a16:creationId xmlns:a16="http://schemas.microsoft.com/office/drawing/2014/main" xmlns="" id="{53F5BD7D-4C79-44B2-A451-6E7D84517EE7}"/>
                  </a:ext>
                </a:extLst>
              </p:cNvPr>
              <p:cNvCxnSpPr>
                <a:cxnSpLocks noChangeShapeType="1"/>
              </p:cNvCxnSpPr>
              <p:nvPr/>
            </p:nvCxnSpPr>
            <p:spPr bwMode="auto">
              <a:xfrm>
                <a:off x="640080" y="1192286"/>
                <a:ext cx="5940000" cy="0"/>
              </a:xfrm>
              <a:prstGeom prst="straightConnector1">
                <a:avLst/>
              </a:prstGeom>
              <a:noFill/>
              <a:ln w="19050">
                <a:solidFill>
                  <a:sysClr val="window" lastClr="FFFFFF">
                    <a:lumMod val="50000"/>
                    <a:lumOff val="0"/>
                  </a:sysClr>
                </a:solidFill>
                <a:round/>
                <a:headEnd/>
                <a:tailEnd/>
              </a:ln>
              <a:extLst>
                <a:ext uri="{909E8E84-426E-40DD-AFC4-6F175D3DCCD1}">
                  <a14:hiddenFill xmlns:a14="http://schemas.microsoft.com/office/drawing/2010/main">
                    <a:noFill/>
                  </a14:hiddenFill>
                </a:ext>
              </a:extLst>
            </p:spPr>
          </p:cxnSp>
        </p:grpSp>
        <p:sp>
          <p:nvSpPr>
            <p:cNvPr id="12" name="Rectangle 4">
              <a:extLst>
                <a:ext uri="{FF2B5EF4-FFF2-40B4-BE49-F238E27FC236}">
                  <a16:creationId xmlns:a16="http://schemas.microsoft.com/office/drawing/2014/main" xmlns="" id="{8E10F8AF-C7B2-4D9C-860D-2A3602C657EF}"/>
                </a:ext>
              </a:extLst>
            </p:cNvPr>
            <p:cNvSpPr>
              <a:spLocks noChangeArrowheads="1"/>
            </p:cNvSpPr>
            <p:nvPr userDrawn="1"/>
          </p:nvSpPr>
          <p:spPr bwMode="auto">
            <a:xfrm>
              <a:off x="1283969" y="782963"/>
              <a:ext cx="5116459" cy="26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9pPr>
            </a:lstStyle>
            <a:p>
              <a:pPr marR="0" lvl="0" algn="l" defTabSz="952256" rtl="0" eaLnBrk="0" fontAlgn="base" latinLnBrk="0" hangingPunct="0">
                <a:lnSpc>
                  <a:spcPct val="100000"/>
                </a:lnSpc>
                <a:spcBef>
                  <a:spcPct val="0"/>
                </a:spcBef>
                <a:spcAft>
                  <a:spcPct val="0"/>
                </a:spcAft>
                <a:buClrTx/>
                <a:buSzTx/>
                <a:buFontTx/>
                <a:buNone/>
                <a:tabLst>
                  <a:tab pos="5968133" algn="r"/>
                </a:tabLst>
              </a:pPr>
              <a:r>
                <a:rPr kumimoji="0" lang="en-US" altLang="ko-KR" sz="1200" b="1" i="0" u="none" strike="noStrike" cap="none" normalizeH="0" baseline="0" dirty="0" smtClean="0">
                  <a:ln>
                    <a:noFill/>
                  </a:ln>
                  <a:solidFill>
                    <a:schemeClr val="tx1"/>
                  </a:solidFill>
                  <a:effectLst/>
                  <a:latin typeface="+mn-lt"/>
                  <a:ea typeface="Calibri" panose="020F0502020204030204" pitchFamily="34" charset="0"/>
                  <a:cs typeface="Times New Roman" panose="02020603050405020304" pitchFamily="18" charset="0"/>
                </a:rPr>
                <a:t>Student-Led Activity</a:t>
              </a:r>
              <a:endParaRPr kumimoji="0" lang="en-US" altLang="ko-KR" sz="2100" b="0" i="0" u="none" strike="noStrike" cap="none" normalizeH="0" baseline="0" dirty="0">
                <a:ln>
                  <a:noFill/>
                </a:ln>
                <a:solidFill>
                  <a:schemeClr val="tx1"/>
                </a:solidFill>
                <a:effectLst/>
                <a:latin typeface="+mn-lt"/>
              </a:endParaRPr>
            </a:p>
          </p:txBody>
        </p:sp>
        <p:sp>
          <p:nvSpPr>
            <p:cNvPr id="13" name="TextBox 12">
              <a:extLst>
                <a:ext uri="{FF2B5EF4-FFF2-40B4-BE49-F238E27FC236}">
                  <a16:creationId xmlns:a16="http://schemas.microsoft.com/office/drawing/2014/main" xmlns="" id="{762B1519-8952-470A-9216-C9CDECEB34A4}"/>
                </a:ext>
              </a:extLst>
            </p:cNvPr>
            <p:cNvSpPr txBox="1"/>
            <p:nvPr userDrawn="1"/>
          </p:nvSpPr>
          <p:spPr>
            <a:xfrm>
              <a:off x="1283969" y="414557"/>
              <a:ext cx="5116460" cy="413524"/>
            </a:xfrm>
            <a:prstGeom prst="rect">
              <a:avLst/>
            </a:prstGeom>
            <a:noFill/>
          </p:spPr>
          <p:txBody>
            <a:bodyPr wrap="square" tIns="0" bIns="0">
              <a:normAutofit/>
            </a:bodyPr>
            <a:lstStyle/>
            <a:p>
              <a:pPr>
                <a:lnSpc>
                  <a:spcPct val="100000"/>
                </a:lnSpc>
                <a:spcAft>
                  <a:spcPts val="0"/>
                </a:spcAft>
                <a:tabLst>
                  <a:tab pos="2984397" algn="ctr"/>
                  <a:tab pos="5968795" algn="r"/>
                </a:tabLst>
              </a:pPr>
              <a:r>
                <a:rPr lang="en-US" sz="2500" b="1" kern="1400" spc="26" dirty="0" smtClean="0">
                  <a:solidFill>
                    <a:srgbClr val="17365D"/>
                  </a:solidFill>
                  <a:effectLst/>
                </a:rPr>
                <a:t>Topic</a:t>
              </a:r>
              <a:endParaRPr lang="en-US" sz="700" b="1" dirty="0">
                <a:solidFill>
                  <a:srgbClr val="17365D"/>
                </a:solidFill>
                <a:effectLst/>
                <a:latin typeface="Calibri" panose="020F0502020204030204" pitchFamily="34" charset="0"/>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4267411456"/>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67" r:id="rId3"/>
    <p:sldLayoutId id="2147483678" r:id="rId4"/>
  </p:sldLayoutIdLst>
  <p:txStyles>
    <p:titleStyle>
      <a:lvl1pPr algn="l" defTabSz="714192"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178548" indent="-178548" algn="l" defTabSz="714192" rtl="0" eaLnBrk="1" latinLnBrk="0" hangingPunct="1">
        <a:lnSpc>
          <a:spcPct val="90000"/>
        </a:lnSpc>
        <a:spcBef>
          <a:spcPts val="781"/>
        </a:spcBef>
        <a:buFont typeface="Arial" panose="020B0604020202020204" pitchFamily="34" charset="0"/>
        <a:buChar char="•"/>
        <a:defRPr sz="2200" kern="1200">
          <a:solidFill>
            <a:schemeClr val="tx1"/>
          </a:solidFill>
          <a:latin typeface="+mn-lt"/>
          <a:ea typeface="+mn-ea"/>
          <a:cs typeface="+mn-cs"/>
        </a:defRPr>
      </a:lvl1pPr>
      <a:lvl2pPr marL="535644" indent="-178548" algn="l" defTabSz="714192" rtl="0" eaLnBrk="1" latinLnBrk="0" hangingPunct="1">
        <a:lnSpc>
          <a:spcPct val="90000"/>
        </a:lnSpc>
        <a:spcBef>
          <a:spcPts val="391"/>
        </a:spcBef>
        <a:buFont typeface="Arial" panose="020B0604020202020204" pitchFamily="34" charset="0"/>
        <a:buChar char="•"/>
        <a:defRPr sz="1900" kern="1200">
          <a:solidFill>
            <a:schemeClr val="tx1"/>
          </a:solidFill>
          <a:latin typeface="+mn-lt"/>
          <a:ea typeface="+mn-ea"/>
          <a:cs typeface="+mn-cs"/>
        </a:defRPr>
      </a:lvl2pPr>
      <a:lvl3pPr marL="892740" indent="-178548" algn="l" defTabSz="714192" rtl="0" eaLnBrk="1" latinLnBrk="0" hangingPunct="1">
        <a:lnSpc>
          <a:spcPct val="90000"/>
        </a:lnSpc>
        <a:spcBef>
          <a:spcPts val="391"/>
        </a:spcBef>
        <a:buFont typeface="Arial" panose="020B0604020202020204" pitchFamily="34" charset="0"/>
        <a:buChar char="•"/>
        <a:defRPr sz="1600" kern="1200">
          <a:solidFill>
            <a:schemeClr val="tx1"/>
          </a:solidFill>
          <a:latin typeface="+mn-lt"/>
          <a:ea typeface="+mn-ea"/>
          <a:cs typeface="+mn-cs"/>
        </a:defRPr>
      </a:lvl3pPr>
      <a:lvl4pPr marL="1249836"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4pPr>
      <a:lvl5pPr marL="1606932"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5pPr>
      <a:lvl6pPr marL="1964028"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6pPr>
      <a:lvl7pPr marL="2321124"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7pPr>
      <a:lvl8pPr marL="2678220"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8pPr>
      <a:lvl9pPr marL="3035317" indent="-178548" algn="l" defTabSz="714192" rtl="0" eaLnBrk="1" latinLnBrk="0" hangingPunct="1">
        <a:lnSpc>
          <a:spcPct val="90000"/>
        </a:lnSpc>
        <a:spcBef>
          <a:spcPts val="391"/>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714192" rtl="0" eaLnBrk="1" latinLnBrk="0" hangingPunct="1">
        <a:defRPr sz="1400" kern="1200">
          <a:solidFill>
            <a:schemeClr val="tx1"/>
          </a:solidFill>
          <a:latin typeface="+mn-lt"/>
          <a:ea typeface="+mn-ea"/>
          <a:cs typeface="+mn-cs"/>
        </a:defRPr>
      </a:lvl1pPr>
      <a:lvl2pPr marL="357096" algn="l" defTabSz="714192" rtl="0" eaLnBrk="1" latinLnBrk="0" hangingPunct="1">
        <a:defRPr sz="1400" kern="1200">
          <a:solidFill>
            <a:schemeClr val="tx1"/>
          </a:solidFill>
          <a:latin typeface="+mn-lt"/>
          <a:ea typeface="+mn-ea"/>
          <a:cs typeface="+mn-cs"/>
        </a:defRPr>
      </a:lvl2pPr>
      <a:lvl3pPr marL="714192" algn="l" defTabSz="714192" rtl="0" eaLnBrk="1" latinLnBrk="0" hangingPunct="1">
        <a:defRPr sz="1400" kern="1200">
          <a:solidFill>
            <a:schemeClr val="tx1"/>
          </a:solidFill>
          <a:latin typeface="+mn-lt"/>
          <a:ea typeface="+mn-ea"/>
          <a:cs typeface="+mn-cs"/>
        </a:defRPr>
      </a:lvl3pPr>
      <a:lvl4pPr marL="1071288" algn="l" defTabSz="714192" rtl="0" eaLnBrk="1" latinLnBrk="0" hangingPunct="1">
        <a:defRPr sz="1400" kern="1200">
          <a:solidFill>
            <a:schemeClr val="tx1"/>
          </a:solidFill>
          <a:latin typeface="+mn-lt"/>
          <a:ea typeface="+mn-ea"/>
          <a:cs typeface="+mn-cs"/>
        </a:defRPr>
      </a:lvl4pPr>
      <a:lvl5pPr marL="1428384" algn="l" defTabSz="714192" rtl="0" eaLnBrk="1" latinLnBrk="0" hangingPunct="1">
        <a:defRPr sz="1400" kern="1200">
          <a:solidFill>
            <a:schemeClr val="tx1"/>
          </a:solidFill>
          <a:latin typeface="+mn-lt"/>
          <a:ea typeface="+mn-ea"/>
          <a:cs typeface="+mn-cs"/>
        </a:defRPr>
      </a:lvl5pPr>
      <a:lvl6pPr marL="1785480" algn="l" defTabSz="714192" rtl="0" eaLnBrk="1" latinLnBrk="0" hangingPunct="1">
        <a:defRPr sz="1400" kern="1200">
          <a:solidFill>
            <a:schemeClr val="tx1"/>
          </a:solidFill>
          <a:latin typeface="+mn-lt"/>
          <a:ea typeface="+mn-ea"/>
          <a:cs typeface="+mn-cs"/>
        </a:defRPr>
      </a:lvl6pPr>
      <a:lvl7pPr marL="2142576" algn="l" defTabSz="714192" rtl="0" eaLnBrk="1" latinLnBrk="0" hangingPunct="1">
        <a:defRPr sz="1400" kern="1200">
          <a:solidFill>
            <a:schemeClr val="tx1"/>
          </a:solidFill>
          <a:latin typeface="+mn-lt"/>
          <a:ea typeface="+mn-ea"/>
          <a:cs typeface="+mn-cs"/>
        </a:defRPr>
      </a:lvl7pPr>
      <a:lvl8pPr marL="2499672" algn="l" defTabSz="714192" rtl="0" eaLnBrk="1" latinLnBrk="0" hangingPunct="1">
        <a:defRPr sz="1400" kern="1200">
          <a:solidFill>
            <a:schemeClr val="tx1"/>
          </a:solidFill>
          <a:latin typeface="+mn-lt"/>
          <a:ea typeface="+mn-ea"/>
          <a:cs typeface="+mn-cs"/>
        </a:defRPr>
      </a:lvl8pPr>
      <a:lvl9pPr marL="2856768" algn="l" defTabSz="714192"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3E84D5F-D6AD-884A-0D46-B89D55410F0B}"/>
            </a:ext>
          </a:extLst>
        </p:cNvPr>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xmlns="" id="{BDF6F3F5-8A5D-79D1-AEE1-05AA96F4CC3D}"/>
              </a:ext>
            </a:extLst>
          </p:cNvPr>
          <p:cNvGraphicFramePr>
            <a:graphicFrameLocks noGrp="1"/>
          </p:cNvGraphicFramePr>
          <p:nvPr>
            <p:extLst>
              <p:ext uri="{D42A27DB-BD31-4B8C-83A1-F6EECF244321}">
                <p14:modId xmlns:p14="http://schemas.microsoft.com/office/powerpoint/2010/main" val="297810197"/>
              </p:ext>
            </p:extLst>
          </p:nvPr>
        </p:nvGraphicFramePr>
        <p:xfrm>
          <a:off x="477169" y="1560158"/>
          <a:ext cx="6175125" cy="900968"/>
        </p:xfrm>
        <a:graphic>
          <a:graphicData uri="http://schemas.openxmlformats.org/drawingml/2006/table">
            <a:tbl>
              <a:tblPr>
                <a:tableStyleId>{5C22544A-7EE6-4342-B048-85BDC9FD1C3A}</a:tableStyleId>
              </a:tblPr>
              <a:tblGrid>
                <a:gridCol w="1122750">
                  <a:extLst>
                    <a:ext uri="{9D8B030D-6E8A-4147-A177-3AD203B41FA5}">
                      <a16:colId xmlns:a16="http://schemas.microsoft.com/office/drawing/2014/main" xmlns="" val="20000"/>
                    </a:ext>
                  </a:extLst>
                </a:gridCol>
                <a:gridCol w="2170650">
                  <a:extLst>
                    <a:ext uri="{9D8B030D-6E8A-4147-A177-3AD203B41FA5}">
                      <a16:colId xmlns:a16="http://schemas.microsoft.com/office/drawing/2014/main" xmlns="" val="20001"/>
                    </a:ext>
                  </a:extLst>
                </a:gridCol>
                <a:gridCol w="1122750">
                  <a:extLst>
                    <a:ext uri="{9D8B030D-6E8A-4147-A177-3AD203B41FA5}">
                      <a16:colId xmlns:a16="http://schemas.microsoft.com/office/drawing/2014/main" xmlns="" val="20002"/>
                    </a:ext>
                  </a:extLst>
                </a:gridCol>
                <a:gridCol w="1758975">
                  <a:extLst>
                    <a:ext uri="{9D8B030D-6E8A-4147-A177-3AD203B41FA5}">
                      <a16:colId xmlns:a16="http://schemas.microsoft.com/office/drawing/2014/main" xmlns="" val="20003"/>
                    </a:ext>
                  </a:extLst>
                </a:gridCol>
              </a:tblGrid>
              <a:tr h="225242">
                <a:tc>
                  <a:txBody>
                    <a:bodyPr/>
                    <a:lstStyle/>
                    <a:p>
                      <a:pPr latinLnBrk="0">
                        <a:lnSpc>
                          <a:spcPct val="100000"/>
                        </a:lnSpc>
                        <a:spcAft>
                          <a:spcPts val="0"/>
                        </a:spcAft>
                      </a:pPr>
                      <a:r>
                        <a:rPr lang="en-US" sz="1000" b="1" i="1" dirty="0">
                          <a:effectLst/>
                          <a:latin typeface="+mn-lt"/>
                        </a:rPr>
                        <a:t>Lesson Creator:</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Level:</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r h="225242">
                <a:tc>
                  <a:txBody>
                    <a:bodyPr/>
                    <a:lstStyle/>
                    <a:p>
                      <a:pPr latinLnBrk="0">
                        <a:lnSpc>
                          <a:spcPct val="100000"/>
                        </a:lnSpc>
                        <a:spcAft>
                          <a:spcPts val="0"/>
                        </a:spcAft>
                      </a:pPr>
                      <a:r>
                        <a:rPr lang="en-US" sz="1000" b="1" i="1" dirty="0">
                          <a:effectLst/>
                          <a:latin typeface="+mn-lt"/>
                        </a:rPr>
                        <a:t>Reviewer: </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latinLnBrk="0">
                        <a:lnSpc>
                          <a:spcPct val="100000"/>
                        </a:lnSpc>
                        <a:spcAft>
                          <a:spcPts val="0"/>
                        </a:spcAft>
                      </a:pPr>
                      <a:r>
                        <a:rPr lang="en-US" sz="1000" b="1" i="1" dirty="0">
                          <a:effectLst/>
                          <a:latin typeface="+mn-lt"/>
                        </a:rPr>
                        <a:t>Focus: (SP/WR)</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225242">
                <a:tc>
                  <a:txBody>
                    <a:bodyPr/>
                    <a:lstStyle/>
                    <a:p>
                      <a:pPr latinLnBrk="0">
                        <a:lnSpc>
                          <a:spcPct val="100000"/>
                        </a:lnSpc>
                        <a:spcAft>
                          <a:spcPts val="0"/>
                        </a:spcAft>
                      </a:pPr>
                      <a:r>
                        <a:rPr lang="en-US" sz="1000" b="1" i="1" dirty="0" smtClean="0">
                          <a:effectLst/>
                          <a:latin typeface="+mn-lt"/>
                        </a:rPr>
                        <a:t>Theme::</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3">
                  <a:txBody>
                    <a:bodyPr/>
                    <a:lstStyle/>
                    <a:p>
                      <a:pPr latinLnBrk="0">
                        <a:lnSpc>
                          <a:spcPct val="100000"/>
                        </a:lnSpc>
                        <a:spcAft>
                          <a:spcPts val="0"/>
                        </a:spcAft>
                      </a:pPr>
                      <a:endParaRPr lang="en-US" alt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endParaRPr lang="en-US" dirty="0"/>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dirty="0"/>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225242">
                <a:tc>
                  <a:txBody>
                    <a:bodyPr/>
                    <a:lstStyle/>
                    <a:p>
                      <a:pPr latinLnBrk="0">
                        <a:lnSpc>
                          <a:spcPct val="100000"/>
                        </a:lnSpc>
                        <a:spcAft>
                          <a:spcPts val="0"/>
                        </a:spcAft>
                      </a:pPr>
                      <a:r>
                        <a:rPr lang="en-US" sz="1000" b="1" i="1" dirty="0">
                          <a:effectLst/>
                          <a:latin typeface="+mn-lt"/>
                        </a:rPr>
                        <a:t>Skill:</a:t>
                      </a:r>
                      <a:endParaRPr lang="ko-KR" sz="1000" b="1" i="1"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gridSpan="3">
                  <a:txBody>
                    <a:bodyPr/>
                    <a:lstStyle/>
                    <a:p>
                      <a:pPr latinLnBrk="0">
                        <a:lnSpc>
                          <a:spcPct val="100000"/>
                        </a:lnSpc>
                        <a:spcAft>
                          <a:spcPts val="0"/>
                        </a:spcAft>
                      </a:pPr>
                      <a:endParaRPr lang="ko-KR" sz="1000" dirty="0">
                        <a:effectLst/>
                        <a:latin typeface="+mn-lt"/>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xmlns="" val="10004"/>
                  </a:ext>
                </a:extLst>
              </a:tr>
            </a:tbl>
          </a:graphicData>
        </a:graphic>
      </p:graphicFrame>
      <p:sp>
        <p:nvSpPr>
          <p:cNvPr id="16" name="Rectangle 15">
            <a:extLst>
              <a:ext uri="{FF2B5EF4-FFF2-40B4-BE49-F238E27FC236}">
                <a16:creationId xmlns:a16="http://schemas.microsoft.com/office/drawing/2014/main" xmlns="" id="{3B4FC8DA-DE6E-9A0E-CA27-A7CE6545A609}"/>
              </a:ext>
            </a:extLst>
          </p:cNvPr>
          <p:cNvSpPr/>
          <p:nvPr/>
        </p:nvSpPr>
        <p:spPr>
          <a:xfrm>
            <a:off x="477169" y="1276055"/>
            <a:ext cx="1099126" cy="272804"/>
          </a:xfrm>
          <a:prstGeom prst="rect">
            <a:avLst/>
          </a:prstGeom>
        </p:spPr>
        <p:txBody>
          <a:bodyPr wrap="square" lIns="95226" tIns="47613" rIns="95226" bIns="47613">
            <a:spAutoFit/>
          </a:bodyPr>
          <a:lstStyle/>
          <a:p>
            <a:pPr latinLnBrk="1"/>
            <a:r>
              <a:rPr lang="en-US" altLang="ko-KR" sz="1100" b="1" i="1" dirty="0"/>
              <a:t>What to teach?</a:t>
            </a:r>
            <a:endParaRPr lang="ko-KR" altLang="ko-KR" sz="1100" dirty="0"/>
          </a:p>
        </p:txBody>
      </p:sp>
      <p:sp>
        <p:nvSpPr>
          <p:cNvPr id="17" name="Rectangle 16">
            <a:extLst>
              <a:ext uri="{FF2B5EF4-FFF2-40B4-BE49-F238E27FC236}">
                <a16:creationId xmlns:a16="http://schemas.microsoft.com/office/drawing/2014/main" xmlns="" id="{24C1E7C3-1A3C-9CCF-F83F-CB72903B8595}"/>
              </a:ext>
            </a:extLst>
          </p:cNvPr>
          <p:cNvSpPr/>
          <p:nvPr/>
        </p:nvSpPr>
        <p:spPr>
          <a:xfrm>
            <a:off x="4937326" y="1276055"/>
            <a:ext cx="1528874" cy="272804"/>
          </a:xfrm>
          <a:prstGeom prst="rect">
            <a:avLst/>
          </a:prstGeom>
        </p:spPr>
        <p:txBody>
          <a:bodyPr wrap="square" lIns="95226" tIns="47613" rIns="95226" bIns="47613">
            <a:spAutoFit/>
          </a:bodyPr>
          <a:lstStyle/>
          <a:p>
            <a:pPr algn="r" latinLnBrk="1"/>
            <a:r>
              <a:rPr lang="en-US" altLang="ko-KR" sz="1100" b="1" i="1" dirty="0" smtClean="0">
                <a:solidFill>
                  <a:schemeClr val="bg1">
                    <a:lumMod val="75000"/>
                  </a:schemeClr>
                </a:solidFill>
              </a:rPr>
              <a:t>May 2025 Template</a:t>
            </a:r>
            <a:endParaRPr lang="ko-KR" altLang="ko-KR" sz="1100" b="1" dirty="0">
              <a:solidFill>
                <a:schemeClr val="bg1">
                  <a:lumMod val="75000"/>
                </a:schemeClr>
              </a:solidFill>
            </a:endParaRPr>
          </a:p>
        </p:txBody>
      </p:sp>
      <p:sp>
        <p:nvSpPr>
          <p:cNvPr id="18" name="Rectangle 17">
            <a:extLst>
              <a:ext uri="{FF2B5EF4-FFF2-40B4-BE49-F238E27FC236}">
                <a16:creationId xmlns:a16="http://schemas.microsoft.com/office/drawing/2014/main" xmlns="" id="{381129AF-0026-B382-6896-C7BECF357648}"/>
              </a:ext>
            </a:extLst>
          </p:cNvPr>
          <p:cNvSpPr/>
          <p:nvPr/>
        </p:nvSpPr>
        <p:spPr>
          <a:xfrm>
            <a:off x="477169" y="2507841"/>
            <a:ext cx="1099126" cy="272804"/>
          </a:xfrm>
          <a:prstGeom prst="rect">
            <a:avLst/>
          </a:prstGeom>
        </p:spPr>
        <p:txBody>
          <a:bodyPr wrap="square" lIns="95226" tIns="47613" rIns="95226" bIns="47613">
            <a:spAutoFit/>
          </a:bodyPr>
          <a:lstStyle/>
          <a:p>
            <a:pPr latinLnBrk="1"/>
            <a:r>
              <a:rPr lang="en-US" altLang="ko-KR" sz="1100" b="1" i="1" dirty="0"/>
              <a:t>Why to teach?</a:t>
            </a:r>
            <a:endParaRPr lang="ko-KR" altLang="ko-KR" sz="1100" dirty="0"/>
          </a:p>
        </p:txBody>
      </p:sp>
      <p:graphicFrame>
        <p:nvGraphicFramePr>
          <p:cNvPr id="20" name="Table 19">
            <a:extLst>
              <a:ext uri="{FF2B5EF4-FFF2-40B4-BE49-F238E27FC236}">
                <a16:creationId xmlns:a16="http://schemas.microsoft.com/office/drawing/2014/main" xmlns="" id="{D3D3A46A-543F-3A6B-D728-B2B384DB9907}"/>
              </a:ext>
            </a:extLst>
          </p:cNvPr>
          <p:cNvGraphicFramePr>
            <a:graphicFrameLocks noGrp="1"/>
          </p:cNvGraphicFramePr>
          <p:nvPr>
            <p:extLst>
              <p:ext uri="{D42A27DB-BD31-4B8C-83A1-F6EECF244321}">
                <p14:modId xmlns:p14="http://schemas.microsoft.com/office/powerpoint/2010/main" val="3527457907"/>
              </p:ext>
            </p:extLst>
          </p:nvPr>
        </p:nvGraphicFramePr>
        <p:xfrm>
          <a:off x="477169" y="2775296"/>
          <a:ext cx="6175125" cy="412944"/>
        </p:xfrm>
        <a:graphic>
          <a:graphicData uri="http://schemas.openxmlformats.org/drawingml/2006/table">
            <a:tbl>
              <a:tblPr>
                <a:tableStyleId>{5C22544A-7EE6-4342-B048-85BDC9FD1C3A}</a:tableStyleId>
              </a:tblPr>
              <a:tblGrid>
                <a:gridCol w="1122750">
                  <a:extLst>
                    <a:ext uri="{9D8B030D-6E8A-4147-A177-3AD203B41FA5}">
                      <a16:colId xmlns:a16="http://schemas.microsoft.com/office/drawing/2014/main" xmlns="" val="20000"/>
                    </a:ext>
                  </a:extLst>
                </a:gridCol>
                <a:gridCol w="5052375">
                  <a:extLst>
                    <a:ext uri="{9D8B030D-6E8A-4147-A177-3AD203B41FA5}">
                      <a16:colId xmlns:a16="http://schemas.microsoft.com/office/drawing/2014/main" xmlns="" val="20001"/>
                    </a:ext>
                  </a:extLst>
                </a:gridCol>
              </a:tblGrid>
              <a:tr h="412944">
                <a:tc>
                  <a:txBody>
                    <a:bodyPr/>
                    <a:lstStyle/>
                    <a:p>
                      <a:pPr latinLnBrk="0">
                        <a:lnSpc>
                          <a:spcPct val="107000"/>
                        </a:lnSpc>
                        <a:spcAft>
                          <a:spcPts val="0"/>
                        </a:spcAft>
                      </a:pPr>
                      <a:r>
                        <a:rPr lang="en-US" sz="1000" b="1" i="1" baseline="0" dirty="0" smtClean="0">
                          <a:effectLst/>
                        </a:rPr>
                        <a:t>Activity Objective</a:t>
                      </a:r>
                      <a:r>
                        <a:rPr lang="en-US" sz="1000" b="1" i="1" dirty="0">
                          <a:effectLst/>
                        </a:rPr>
                        <a:t>:</a:t>
                      </a:r>
                      <a:endParaRPr lang="ko-KR" sz="1100" b="1" i="1" dirty="0">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latinLnBrk="0">
                        <a:lnSpc>
                          <a:spcPct val="107000"/>
                        </a:lnSpc>
                        <a:spcAft>
                          <a:spcPts val="0"/>
                        </a:spcAft>
                      </a:pPr>
                      <a:r>
                        <a:rPr lang="en-US" sz="1000" b="1" i="0" dirty="0">
                          <a:solidFill>
                            <a:schemeClr val="tx1"/>
                          </a:solidFill>
                          <a:effectLst/>
                        </a:rPr>
                        <a:t>SWBAT </a:t>
                      </a:r>
                      <a:endParaRPr lang="ko-KR" sz="1100" b="1" i="0" dirty="0">
                        <a:solidFill>
                          <a:schemeClr val="tx1"/>
                        </a:solidFill>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bl>
          </a:graphicData>
        </a:graphic>
      </p:graphicFrame>
      <p:sp>
        <p:nvSpPr>
          <p:cNvPr id="21" name="Rectangle 20">
            <a:extLst>
              <a:ext uri="{FF2B5EF4-FFF2-40B4-BE49-F238E27FC236}">
                <a16:creationId xmlns:a16="http://schemas.microsoft.com/office/drawing/2014/main" xmlns="" id="{11A39E30-926B-35A0-1AC4-48D66CAC963E}"/>
              </a:ext>
            </a:extLst>
          </p:cNvPr>
          <p:cNvSpPr/>
          <p:nvPr/>
        </p:nvSpPr>
        <p:spPr>
          <a:xfrm>
            <a:off x="477169" y="3234294"/>
            <a:ext cx="1099126" cy="272804"/>
          </a:xfrm>
          <a:prstGeom prst="rect">
            <a:avLst/>
          </a:prstGeom>
        </p:spPr>
        <p:txBody>
          <a:bodyPr wrap="square" lIns="95226" tIns="47613" rIns="95226" bIns="47613">
            <a:spAutoFit/>
          </a:bodyPr>
          <a:lstStyle/>
          <a:p>
            <a:pPr latinLnBrk="1"/>
            <a:r>
              <a:rPr lang="en-US" altLang="ko-KR" sz="1100" b="1" i="1" dirty="0"/>
              <a:t>How to teach?</a:t>
            </a:r>
            <a:endParaRPr lang="ko-KR" altLang="ko-KR" sz="1100" dirty="0"/>
          </a:p>
        </p:txBody>
      </p:sp>
      <p:graphicFrame>
        <p:nvGraphicFramePr>
          <p:cNvPr id="22" name="Table 21">
            <a:extLst>
              <a:ext uri="{FF2B5EF4-FFF2-40B4-BE49-F238E27FC236}">
                <a16:creationId xmlns:a16="http://schemas.microsoft.com/office/drawing/2014/main" xmlns="" id="{2754FE4F-80E0-D212-8CC6-416FD7F804A6}"/>
              </a:ext>
            </a:extLst>
          </p:cNvPr>
          <p:cNvGraphicFramePr>
            <a:graphicFrameLocks noGrp="1"/>
          </p:cNvGraphicFramePr>
          <p:nvPr>
            <p:extLst>
              <p:ext uri="{D42A27DB-BD31-4B8C-83A1-F6EECF244321}">
                <p14:modId xmlns:p14="http://schemas.microsoft.com/office/powerpoint/2010/main" val="1589243490"/>
              </p:ext>
            </p:extLst>
          </p:nvPr>
        </p:nvGraphicFramePr>
        <p:xfrm>
          <a:off x="477169" y="3502411"/>
          <a:ext cx="6175125" cy="525565"/>
        </p:xfrm>
        <a:graphic>
          <a:graphicData uri="http://schemas.openxmlformats.org/drawingml/2006/table">
            <a:tbl>
              <a:tblPr>
                <a:tableStyleId>{5C22544A-7EE6-4342-B048-85BDC9FD1C3A}</a:tableStyleId>
              </a:tblPr>
              <a:tblGrid>
                <a:gridCol w="1105971">
                  <a:extLst>
                    <a:ext uri="{9D8B030D-6E8A-4147-A177-3AD203B41FA5}">
                      <a16:colId xmlns:a16="http://schemas.microsoft.com/office/drawing/2014/main" xmlns="" val="20000"/>
                    </a:ext>
                  </a:extLst>
                </a:gridCol>
                <a:gridCol w="5069154">
                  <a:extLst>
                    <a:ext uri="{9D8B030D-6E8A-4147-A177-3AD203B41FA5}">
                      <a16:colId xmlns:a16="http://schemas.microsoft.com/office/drawing/2014/main" xmlns="" val="20001"/>
                    </a:ext>
                  </a:extLst>
                </a:gridCol>
              </a:tblGrid>
              <a:tr h="525565">
                <a:tc>
                  <a:txBody>
                    <a:bodyPr/>
                    <a:lstStyle/>
                    <a:p>
                      <a:pPr latinLnBrk="0">
                        <a:lnSpc>
                          <a:spcPct val="107000"/>
                        </a:lnSpc>
                        <a:spcAft>
                          <a:spcPts val="0"/>
                        </a:spcAft>
                      </a:pPr>
                      <a:r>
                        <a:rPr lang="en-US" sz="1000" b="1" i="1" baseline="0" dirty="0">
                          <a:effectLst/>
                        </a:rPr>
                        <a:t>Materials:</a:t>
                      </a:r>
                      <a:endParaRPr lang="ko-KR" sz="1100" b="1" i="1" dirty="0">
                        <a:effectLst/>
                        <a:latin typeface="맑은 고딕"/>
                        <a:ea typeface="맑은 고딕"/>
                        <a:cs typeface="Arial"/>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85000"/>
                      </a:schemeClr>
                    </a:solidFill>
                  </a:tcPr>
                </a:tc>
                <a:tc>
                  <a:txBody>
                    <a:bodyPr/>
                    <a:lstStyle/>
                    <a:p>
                      <a:pPr algn="l" latinLnBrk="0">
                        <a:lnSpc>
                          <a:spcPct val="107000"/>
                        </a:lnSpc>
                        <a:spcAft>
                          <a:spcPts val="0"/>
                        </a:spcAft>
                      </a:pPr>
                      <a:endParaRPr lang="en-US" altLang="ko-KR" sz="1000" b="0" i="0" dirty="0">
                        <a:solidFill>
                          <a:schemeClr val="tx1"/>
                        </a:solidFill>
                        <a:effectLst/>
                        <a:latin typeface="+mn-lt"/>
                        <a:ea typeface="+mn-ea"/>
                        <a:cs typeface="+mn-cs"/>
                      </a:endParaRPr>
                    </a:p>
                  </a:txBody>
                  <a:tcPr marL="71295" marR="71295"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0"/>
                  </a:ext>
                </a:extLst>
              </a:tr>
            </a:tbl>
          </a:graphicData>
        </a:graphic>
      </p:graphicFrame>
      <p:grpSp>
        <p:nvGrpSpPr>
          <p:cNvPr id="4" name="Group 3"/>
          <p:cNvGrpSpPr/>
          <p:nvPr/>
        </p:nvGrpSpPr>
        <p:grpSpPr>
          <a:xfrm>
            <a:off x="477169" y="4190217"/>
            <a:ext cx="6175125" cy="2620016"/>
            <a:chOff x="477169" y="4190217"/>
            <a:chExt cx="6175125" cy="2620016"/>
          </a:xfrm>
        </p:grpSpPr>
        <p:sp>
          <p:nvSpPr>
            <p:cNvPr id="2" name="Rectangle 1">
              <a:extLst>
                <a:ext uri="{FF2B5EF4-FFF2-40B4-BE49-F238E27FC236}">
                  <a16:creationId xmlns:a16="http://schemas.microsoft.com/office/drawing/2014/main" xmlns="" id="{CC82B778-63D3-B277-DEAA-E4A85ECFA5BC}"/>
                </a:ext>
              </a:extLst>
            </p:cNvPr>
            <p:cNvSpPr/>
            <p:nvPr/>
          </p:nvSpPr>
          <p:spPr>
            <a:xfrm>
              <a:off x="477169" y="4190217"/>
              <a:ext cx="6175125" cy="225242"/>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r>
                <a:rPr lang="en-US" altLang="ko-KR" sz="1100" b="1" i="1" dirty="0" smtClean="0">
                  <a:solidFill>
                    <a:schemeClr val="tx1"/>
                  </a:solidFill>
                  <a:cs typeface="Arial"/>
                </a:rPr>
                <a:t>Pre-requisites: </a:t>
              </a:r>
              <a:r>
                <a:rPr lang="en-US" altLang="ko-KR" sz="1100" i="1" dirty="0" smtClean="0">
                  <a:solidFill>
                    <a:schemeClr val="tx1"/>
                  </a:solidFill>
                  <a:cs typeface="Arial"/>
                </a:rPr>
                <a:t>The skills students would need to complete this activity. </a:t>
              </a:r>
              <a:endParaRPr lang="ko-KR" altLang="ko-KR" sz="1100" i="1" dirty="0">
                <a:solidFill>
                  <a:schemeClr val="tx1"/>
                </a:solidFill>
                <a:cs typeface="Arial"/>
              </a:endParaRPr>
            </a:p>
          </p:txBody>
        </p:sp>
        <p:sp>
          <p:nvSpPr>
            <p:cNvPr id="3" name="TextBox 2">
              <a:extLst>
                <a:ext uri="{FF2B5EF4-FFF2-40B4-BE49-F238E27FC236}">
                  <a16:creationId xmlns:a16="http://schemas.microsoft.com/office/drawing/2014/main" xmlns="" id="{560624C0-E506-9349-89C0-CD509FAA23D0}"/>
                </a:ext>
              </a:extLst>
            </p:cNvPr>
            <p:cNvSpPr txBox="1"/>
            <p:nvPr/>
          </p:nvSpPr>
          <p:spPr>
            <a:xfrm>
              <a:off x="477169" y="4415459"/>
              <a:ext cx="6175125" cy="2394774"/>
            </a:xfrm>
            <a:prstGeom prst="rect">
              <a:avLst/>
            </a:prstGeom>
            <a:noFill/>
            <a:ln>
              <a:solidFill>
                <a:schemeClr val="tx1"/>
              </a:solidFill>
            </a:ln>
          </p:spPr>
          <p:txBody>
            <a:bodyPr wrap="square" lIns="95226" tIns="47613" rIns="95226" bIns="47613" rtlCol="0">
              <a:normAutofit/>
            </a:bodyPr>
            <a:lstStyle/>
            <a:p>
              <a:pPr defTabSz="714192">
                <a:defRPr/>
              </a:pPr>
              <a:r>
                <a:rPr lang="en-US" altLang="ko-KR" sz="1100" b="1" dirty="0">
                  <a:solidFill>
                    <a:schemeClr val="dk1"/>
                  </a:solidFill>
                </a:rPr>
                <a:t>Part 1:</a:t>
              </a:r>
              <a:r>
                <a:rPr lang="en-US" altLang="ko-KR" sz="1100" dirty="0">
                  <a:solidFill>
                    <a:schemeClr val="dk1"/>
                  </a:solidFill>
                </a:rPr>
                <a:t> </a:t>
              </a:r>
              <a:r>
                <a:rPr lang="en-US" altLang="ko-KR" sz="1100" b="1" dirty="0" smtClean="0">
                  <a:solidFill>
                    <a:schemeClr val="dk1"/>
                  </a:solidFill>
                </a:rPr>
                <a:t>Current pre-requisite skills</a:t>
              </a:r>
              <a:endParaRPr lang="en-US" altLang="ko-KR" sz="1100" b="1" dirty="0">
                <a:solidFill>
                  <a:schemeClr val="dk1"/>
                </a:solidFill>
              </a:endParaRPr>
            </a:p>
            <a:p>
              <a:pPr defTabSz="714192">
                <a:defRPr/>
              </a:pPr>
              <a:endParaRPr lang="en-US" altLang="ko-KR" sz="1100" b="1" dirty="0">
                <a:solidFill>
                  <a:schemeClr val="dk1"/>
                </a:solidFill>
              </a:endParaRPr>
            </a:p>
            <a:p>
              <a:pPr defTabSz="714192">
                <a:defRPr/>
              </a:pPr>
              <a:r>
                <a:rPr lang="en-US" altLang="ko-KR" sz="1100" dirty="0" smtClean="0">
                  <a:solidFill>
                    <a:schemeClr val="dk1"/>
                  </a:solidFill>
                </a:rPr>
                <a:t>Explain here the skills students would need to complete the activity competently, e.g.</a:t>
              </a:r>
            </a:p>
            <a:p>
              <a:pPr defTabSz="714192">
                <a:defRPr/>
              </a:pPr>
              <a:r>
                <a:rPr lang="en-US" altLang="ko-KR" sz="1100" i="1" dirty="0" smtClean="0">
                  <a:solidFill>
                    <a:schemeClr val="dk1"/>
                  </a:solidFill>
                </a:rPr>
                <a:t>Students should have an understanding of putting events in order chronologically, knowledge of past participle (even if not by that name), the ability to give reasons that are more interesting than “because it’s fun,” and the desire to talk to </a:t>
              </a:r>
              <a:r>
                <a:rPr lang="en-US" altLang="ko-KR" sz="1100" i="1" smtClean="0">
                  <a:solidFill>
                    <a:schemeClr val="dk1"/>
                  </a:solidFill>
                </a:rPr>
                <a:t>one another.</a:t>
              </a:r>
              <a:endParaRPr lang="en-US" altLang="ko-KR" sz="1100" i="1" dirty="0">
                <a:solidFill>
                  <a:schemeClr val="dk1"/>
                </a:solidFill>
              </a:endParaRPr>
            </a:p>
            <a:p>
              <a:pPr defTabSz="714192">
                <a:defRPr/>
              </a:pPr>
              <a:endParaRPr lang="en-US" altLang="ko-KR" sz="1100" b="1" dirty="0">
                <a:solidFill>
                  <a:schemeClr val="dk1"/>
                </a:solidFill>
              </a:endParaRPr>
            </a:p>
            <a:p>
              <a:pPr defTabSz="714192">
                <a:defRPr/>
              </a:pPr>
              <a:r>
                <a:rPr lang="en-US" altLang="ko-KR" sz="1100" b="1" dirty="0">
                  <a:solidFill>
                    <a:schemeClr val="dk1"/>
                  </a:solidFill>
                </a:rPr>
                <a:t>Part 2: </a:t>
              </a:r>
              <a:r>
                <a:rPr lang="en-US" altLang="ko-KR" sz="1100" b="1" dirty="0" smtClean="0">
                  <a:solidFill>
                    <a:schemeClr val="dk1"/>
                  </a:solidFill>
                </a:rPr>
                <a:t>Potential adjustments</a:t>
              </a:r>
              <a:endParaRPr lang="en-US" altLang="ko-KR" sz="1100" b="1" dirty="0">
                <a:solidFill>
                  <a:schemeClr val="dk1"/>
                </a:solidFill>
              </a:endParaRPr>
            </a:p>
            <a:p>
              <a:pPr defTabSz="714192">
                <a:defRPr/>
              </a:pPr>
              <a:endParaRPr lang="en-US" altLang="ko-KR" sz="1100" b="1" dirty="0" smtClean="0">
                <a:solidFill>
                  <a:schemeClr val="dk1"/>
                </a:solidFill>
              </a:endParaRPr>
            </a:p>
            <a:p>
              <a:pPr defTabSz="714192">
                <a:defRPr/>
              </a:pPr>
              <a:r>
                <a:rPr lang="en-US" altLang="ko-KR" sz="1100" dirty="0" smtClean="0">
                  <a:solidFill>
                    <a:schemeClr val="dk1"/>
                  </a:solidFill>
                </a:rPr>
                <a:t>Explain here some of the potential ways to adjust this activity for different purpose, e.g.</a:t>
              </a:r>
              <a:br>
                <a:rPr lang="en-US" altLang="ko-KR" sz="1100" dirty="0" smtClean="0">
                  <a:solidFill>
                    <a:schemeClr val="dk1"/>
                  </a:solidFill>
                </a:rPr>
              </a:br>
              <a:r>
                <a:rPr lang="en-US" altLang="ko-KR" sz="1100" i="1" dirty="0" smtClean="0">
                  <a:solidFill>
                    <a:schemeClr val="dk1"/>
                  </a:solidFill>
                </a:rPr>
                <a:t>All cause-and-effect structures could be adjusted to be conditional statements without too much difficulty. Additionally, if your co-teacher is amenable, the final part of the activity may be more engaging if done on glass-walls instead of on the worksheet provided.</a:t>
              </a:r>
              <a:endParaRPr lang="en-US" altLang="ko-KR" sz="1100" dirty="0">
                <a:solidFill>
                  <a:schemeClr val="dk1"/>
                </a:solidFill>
              </a:endParaRPr>
            </a:p>
            <a:p>
              <a:pPr defTabSz="714192">
                <a:defRPr/>
              </a:pPr>
              <a:endParaRPr lang="en-US" altLang="ko-KR" sz="1100" b="1" dirty="0">
                <a:solidFill>
                  <a:schemeClr val="dk1"/>
                </a:solidFill>
              </a:endParaRPr>
            </a:p>
            <a:p>
              <a:pPr defTabSz="714192">
                <a:defRPr/>
              </a:pPr>
              <a:endParaRPr lang="en-US" altLang="ko-KR" sz="1100" dirty="0">
                <a:solidFill>
                  <a:schemeClr val="dk1"/>
                </a:solidFill>
              </a:endParaRPr>
            </a:p>
          </p:txBody>
        </p:sp>
      </p:grpSp>
      <p:sp>
        <p:nvSpPr>
          <p:cNvPr id="13" name="Rectangle 12">
            <a:extLst>
              <a:ext uri="{FF2B5EF4-FFF2-40B4-BE49-F238E27FC236}">
                <a16:creationId xmlns:a16="http://schemas.microsoft.com/office/drawing/2014/main" xmlns="" id="{CCCCBBF9-1E1E-9D47-669A-BD2FFA5706A0}"/>
              </a:ext>
            </a:extLst>
          </p:cNvPr>
          <p:cNvSpPr/>
          <p:nvPr/>
        </p:nvSpPr>
        <p:spPr>
          <a:xfrm>
            <a:off x="3795386" y="480786"/>
            <a:ext cx="2856908" cy="522406"/>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To edit the header, click "View" &gt; "Slide Master",  and go to the very first slide. Add your header, click "Close Master View", and then delete this box.</a:t>
            </a:r>
            <a:endParaRPr lang="ko-KR" altLang="en-US" sz="900" b="1" dirty="0">
              <a:effectLst>
                <a:outerShdw blurRad="38100" dist="38100" dir="2700000" algn="tl">
                  <a:srgbClr val="000000">
                    <a:alpha val="43137"/>
                  </a:srgbClr>
                </a:outerShdw>
              </a:effectLst>
            </a:endParaRPr>
          </a:p>
        </p:txBody>
      </p:sp>
      <p:sp>
        <p:nvSpPr>
          <p:cNvPr id="24" name="Rectangle 23">
            <a:extLst>
              <a:ext uri="{FF2B5EF4-FFF2-40B4-BE49-F238E27FC236}">
                <a16:creationId xmlns:a16="http://schemas.microsoft.com/office/drawing/2014/main" xmlns="" id="{1F0453AB-CA4C-20FC-7EAC-19BB341CBB63}"/>
              </a:ext>
            </a:extLst>
          </p:cNvPr>
          <p:cNvSpPr/>
          <p:nvPr/>
        </p:nvSpPr>
        <p:spPr>
          <a:xfrm>
            <a:off x="1578077" y="9587506"/>
            <a:ext cx="4739600" cy="417088"/>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sz="900" b="1" dirty="0">
                <a:effectLst>
                  <a:outerShdw blurRad="38100" dist="38100" dir="2700000" algn="tl">
                    <a:srgbClr val="000000">
                      <a:alpha val="43137"/>
                    </a:srgbClr>
                  </a:outerShdw>
                </a:effectLst>
              </a:rPr>
              <a:t>Please add the filename in "Slide Master" on the second slide. Delete this box after editing.</a:t>
            </a:r>
          </a:p>
          <a:p>
            <a:pPr algn="ctr"/>
            <a:r>
              <a:rPr lang="en-US" altLang="ko-KR" sz="900" b="1" dirty="0">
                <a:effectLst>
                  <a:outerShdw blurRad="38100" dist="38100" dir="2700000" algn="tl">
                    <a:srgbClr val="000000">
                      <a:alpha val="43137"/>
                    </a:srgbClr>
                  </a:outerShdw>
                </a:effectLst>
              </a:rPr>
              <a:t>Check the term schedule for file naming guidelines. It should reflect the skill, not the topic.</a:t>
            </a:r>
            <a:endParaRPr lang="ko-KR" altLang="en-US" sz="900" b="1" dirty="0">
              <a:effectLst>
                <a:outerShdw blurRad="38100" dist="38100" dir="2700000" algn="tl">
                  <a:srgbClr val="000000">
                    <a:alpha val="43137"/>
                  </a:srgbClr>
                </a:outerShdw>
              </a:effectLst>
            </a:endParaRPr>
          </a:p>
        </p:txBody>
      </p:sp>
      <p:grpSp>
        <p:nvGrpSpPr>
          <p:cNvPr id="23" name="Group 22"/>
          <p:cNvGrpSpPr/>
          <p:nvPr/>
        </p:nvGrpSpPr>
        <p:grpSpPr>
          <a:xfrm>
            <a:off x="477169" y="6967490"/>
            <a:ext cx="6175125" cy="2190158"/>
            <a:chOff x="477169" y="4190217"/>
            <a:chExt cx="6175125" cy="2190158"/>
          </a:xfrm>
        </p:grpSpPr>
        <p:sp>
          <p:nvSpPr>
            <p:cNvPr id="25" name="Rectangle 24">
              <a:extLst>
                <a:ext uri="{FF2B5EF4-FFF2-40B4-BE49-F238E27FC236}">
                  <a16:creationId xmlns:a16="http://schemas.microsoft.com/office/drawing/2014/main" xmlns="" id="{CC82B778-63D3-B277-DEAA-E4A85ECFA5BC}"/>
                </a:ext>
              </a:extLst>
            </p:cNvPr>
            <p:cNvSpPr/>
            <p:nvPr/>
          </p:nvSpPr>
          <p:spPr>
            <a:xfrm>
              <a:off x="477169" y="4190217"/>
              <a:ext cx="6175125" cy="225242"/>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r>
                <a:rPr lang="en-US" altLang="ko-KR" sz="1100" b="1" i="1" dirty="0" smtClean="0">
                  <a:solidFill>
                    <a:schemeClr val="tx1"/>
                  </a:solidFill>
                  <a:cs typeface="Arial"/>
                </a:rPr>
                <a:t>Timing: </a:t>
              </a:r>
              <a:r>
                <a:rPr lang="en-US" altLang="ko-KR" sz="1100" i="1" dirty="0" smtClean="0">
                  <a:solidFill>
                    <a:schemeClr val="tx1"/>
                  </a:solidFill>
                  <a:cs typeface="Arial"/>
                </a:rPr>
                <a:t>The amount of time each part of the activity may occupy. </a:t>
              </a:r>
              <a:endParaRPr lang="ko-KR" altLang="ko-KR" sz="1100" i="1" dirty="0">
                <a:solidFill>
                  <a:schemeClr val="tx1"/>
                </a:solidFill>
                <a:cs typeface="Arial"/>
              </a:endParaRPr>
            </a:p>
          </p:txBody>
        </p:sp>
        <p:sp>
          <p:nvSpPr>
            <p:cNvPr id="26" name="TextBox 25">
              <a:extLst>
                <a:ext uri="{FF2B5EF4-FFF2-40B4-BE49-F238E27FC236}">
                  <a16:creationId xmlns:a16="http://schemas.microsoft.com/office/drawing/2014/main" xmlns="" id="{560624C0-E506-9349-89C0-CD509FAA23D0}"/>
                </a:ext>
              </a:extLst>
            </p:cNvPr>
            <p:cNvSpPr txBox="1"/>
            <p:nvPr/>
          </p:nvSpPr>
          <p:spPr>
            <a:xfrm>
              <a:off x="477169" y="4415459"/>
              <a:ext cx="6175125" cy="1964916"/>
            </a:xfrm>
            <a:prstGeom prst="rect">
              <a:avLst/>
            </a:prstGeom>
            <a:noFill/>
            <a:ln>
              <a:solidFill>
                <a:schemeClr val="tx1"/>
              </a:solidFill>
            </a:ln>
          </p:spPr>
          <p:txBody>
            <a:bodyPr wrap="square" lIns="95226" tIns="47613" rIns="95226" bIns="47613" rtlCol="0">
              <a:normAutofit/>
            </a:bodyPr>
            <a:lstStyle/>
            <a:p>
              <a:pPr defTabSz="714192">
                <a:defRPr/>
              </a:pPr>
              <a:r>
                <a:rPr lang="en-US" altLang="ko-KR" sz="1100" b="1" dirty="0">
                  <a:solidFill>
                    <a:schemeClr val="dk1"/>
                  </a:solidFill>
                </a:rPr>
                <a:t>Part 1:</a:t>
              </a:r>
              <a:r>
                <a:rPr lang="en-US" altLang="ko-KR" sz="1100" dirty="0">
                  <a:solidFill>
                    <a:schemeClr val="dk1"/>
                  </a:solidFill>
                </a:rPr>
                <a:t> </a:t>
              </a:r>
              <a:r>
                <a:rPr lang="en-US" altLang="ko-KR" sz="1100" b="1" dirty="0" smtClean="0">
                  <a:solidFill>
                    <a:schemeClr val="dk1"/>
                  </a:solidFill>
                </a:rPr>
                <a:t>Title</a:t>
              </a:r>
            </a:p>
            <a:p>
              <a:pPr defTabSz="714192">
                <a:defRPr/>
              </a:pPr>
              <a:r>
                <a:rPr lang="en-US" altLang="ko-KR" sz="1100" dirty="0" smtClean="0">
                  <a:solidFill>
                    <a:schemeClr val="dk1"/>
                  </a:solidFill>
                </a:rPr>
                <a:t>Timing: x-y minutes</a:t>
              </a:r>
            </a:p>
            <a:p>
              <a:pPr defTabSz="714192">
                <a:defRPr/>
              </a:pPr>
              <a:r>
                <a:rPr lang="en-US" altLang="ko-KR" sz="1100" dirty="0" smtClean="0">
                  <a:solidFill>
                    <a:schemeClr val="dk1"/>
                  </a:solidFill>
                </a:rPr>
                <a:t>Repeat value: Yes/no</a:t>
              </a:r>
            </a:p>
            <a:p>
              <a:pPr defTabSz="714192">
                <a:defRPr/>
              </a:pPr>
              <a:endParaRPr lang="en-US" altLang="ko-KR" sz="1100" dirty="0">
                <a:solidFill>
                  <a:schemeClr val="dk1"/>
                </a:solidFill>
              </a:endParaRPr>
            </a:p>
            <a:p>
              <a:pPr defTabSz="714192">
                <a:defRPr/>
              </a:pPr>
              <a:r>
                <a:rPr lang="en-US" altLang="ko-KR" sz="1100" b="1" dirty="0">
                  <a:solidFill>
                    <a:schemeClr val="dk1"/>
                  </a:solidFill>
                </a:rPr>
                <a:t>Part </a:t>
              </a:r>
              <a:r>
                <a:rPr lang="en-US" altLang="ko-KR" sz="1100" b="1" dirty="0" smtClean="0">
                  <a:solidFill>
                    <a:schemeClr val="dk1"/>
                  </a:solidFill>
                </a:rPr>
                <a:t>2:</a:t>
              </a:r>
              <a:r>
                <a:rPr lang="en-US" altLang="ko-KR" sz="1100" dirty="0" smtClean="0">
                  <a:solidFill>
                    <a:schemeClr val="dk1"/>
                  </a:solidFill>
                </a:rPr>
                <a:t> </a:t>
              </a:r>
              <a:r>
                <a:rPr lang="en-US" altLang="ko-KR" sz="1100" b="1" dirty="0">
                  <a:solidFill>
                    <a:schemeClr val="dk1"/>
                  </a:solidFill>
                </a:rPr>
                <a:t>Title</a:t>
              </a:r>
            </a:p>
            <a:p>
              <a:pPr defTabSz="714192">
                <a:defRPr/>
              </a:pPr>
              <a:r>
                <a:rPr lang="en-US" altLang="ko-KR" sz="1100" dirty="0">
                  <a:solidFill>
                    <a:schemeClr val="dk1"/>
                  </a:solidFill>
                </a:rPr>
                <a:t>Timing: x-y minutes</a:t>
              </a:r>
            </a:p>
            <a:p>
              <a:pPr defTabSz="714192">
                <a:defRPr/>
              </a:pPr>
              <a:r>
                <a:rPr lang="en-US" altLang="ko-KR" sz="1100" dirty="0" smtClean="0">
                  <a:solidFill>
                    <a:schemeClr val="dk1"/>
                  </a:solidFill>
                </a:rPr>
                <a:t>Repeat value: Yes/no</a:t>
              </a:r>
            </a:p>
            <a:p>
              <a:pPr defTabSz="714192">
                <a:defRPr/>
              </a:pPr>
              <a:endParaRPr lang="en-US" altLang="ko-KR" sz="1100" dirty="0">
                <a:solidFill>
                  <a:schemeClr val="dk1"/>
                </a:solidFill>
              </a:endParaRPr>
            </a:p>
            <a:p>
              <a:pPr defTabSz="714192">
                <a:defRPr/>
              </a:pPr>
              <a:r>
                <a:rPr lang="en-US" altLang="ko-KR" sz="1100" b="1" dirty="0">
                  <a:solidFill>
                    <a:schemeClr val="dk1"/>
                  </a:solidFill>
                </a:rPr>
                <a:t>Part </a:t>
              </a:r>
              <a:r>
                <a:rPr lang="en-US" altLang="ko-KR" sz="1100" b="1" dirty="0" smtClean="0">
                  <a:solidFill>
                    <a:schemeClr val="dk1"/>
                  </a:solidFill>
                </a:rPr>
                <a:t>3:</a:t>
              </a:r>
              <a:r>
                <a:rPr lang="en-US" altLang="ko-KR" sz="1100" dirty="0" smtClean="0">
                  <a:solidFill>
                    <a:schemeClr val="dk1"/>
                  </a:solidFill>
                </a:rPr>
                <a:t> </a:t>
              </a:r>
              <a:r>
                <a:rPr lang="en-US" altLang="ko-KR" sz="1100" b="1" dirty="0">
                  <a:solidFill>
                    <a:schemeClr val="dk1"/>
                  </a:solidFill>
                </a:rPr>
                <a:t>Title</a:t>
              </a:r>
            </a:p>
            <a:p>
              <a:pPr defTabSz="714192">
                <a:defRPr/>
              </a:pPr>
              <a:r>
                <a:rPr lang="en-US" altLang="ko-KR" sz="1100" dirty="0">
                  <a:solidFill>
                    <a:schemeClr val="dk1"/>
                  </a:solidFill>
                </a:rPr>
                <a:t>Timing: x-y minutes</a:t>
              </a:r>
            </a:p>
            <a:p>
              <a:pPr defTabSz="714192">
                <a:defRPr/>
              </a:pPr>
              <a:r>
                <a:rPr lang="en-US" altLang="ko-KR" sz="1100" dirty="0" smtClean="0">
                  <a:solidFill>
                    <a:schemeClr val="dk1"/>
                  </a:solidFill>
                </a:rPr>
                <a:t>Repeat value: Yes/no</a:t>
              </a:r>
              <a:endParaRPr lang="en-US" altLang="ko-KR" sz="1100" b="1" dirty="0">
                <a:solidFill>
                  <a:schemeClr val="dk1"/>
                </a:solidFill>
              </a:endParaRPr>
            </a:p>
            <a:p>
              <a:pPr defTabSz="714192">
                <a:defRPr/>
              </a:pPr>
              <a:endParaRPr lang="en-US" altLang="ko-KR" sz="1100" b="1" dirty="0">
                <a:solidFill>
                  <a:schemeClr val="dk1"/>
                </a:solidFill>
              </a:endParaRPr>
            </a:p>
            <a:p>
              <a:pPr defTabSz="714192">
                <a:defRPr/>
              </a:pPr>
              <a:endParaRPr lang="en-US" altLang="ko-KR" sz="1100" b="1" dirty="0">
                <a:solidFill>
                  <a:schemeClr val="dk1"/>
                </a:solidFill>
              </a:endParaRPr>
            </a:p>
            <a:p>
              <a:pPr defTabSz="714192">
                <a:defRPr/>
              </a:pPr>
              <a:endParaRPr lang="en-US" altLang="ko-KR" sz="1100" dirty="0">
                <a:solidFill>
                  <a:schemeClr val="dk1"/>
                </a:solidFill>
              </a:endParaRPr>
            </a:p>
          </p:txBody>
        </p:sp>
      </p:grpSp>
    </p:spTree>
    <p:extLst>
      <p:ext uri="{BB962C8B-B14F-4D97-AF65-F5344CB8AC3E}">
        <p14:creationId xmlns:p14="http://schemas.microsoft.com/office/powerpoint/2010/main" val="148757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xmlns="" id="{57FA0531-DE13-46F7-82CC-42F09899FD5D}"/>
              </a:ext>
            </a:extLst>
          </p:cNvPr>
          <p:cNvSpPr txBox="1"/>
          <p:nvPr/>
        </p:nvSpPr>
        <p:spPr>
          <a:xfrm>
            <a:off x="477169" y="1806611"/>
            <a:ext cx="6175125" cy="609797"/>
          </a:xfrm>
          <a:prstGeom prst="rect">
            <a:avLst/>
          </a:prstGeom>
          <a:solidFill>
            <a:schemeClr val="bg1"/>
          </a:solidFill>
          <a:ln w="19050">
            <a:solidFill>
              <a:schemeClr val="tx1"/>
            </a:solidFill>
            <a:prstDash val="sysDash"/>
          </a:ln>
          <a:effectLst>
            <a:outerShdw blurRad="50800" dist="38100" dir="2700000" algn="tl" rotWithShape="0">
              <a:prstClr val="black">
                <a:alpha val="40000"/>
              </a:prstClr>
            </a:outerShdw>
          </a:effectLst>
        </p:spPr>
        <p:txBody>
          <a:bodyPr wrap="square" lIns="95226" tIns="47613" rIns="95226" bIns="47613" rtlCol="0" anchor="ctr" anchorCtr="0">
            <a:spAutoFit/>
          </a:bodyPr>
          <a:lstStyle/>
          <a:p>
            <a:pPr algn="ctr"/>
            <a:r>
              <a:rPr lang="en-US" sz="3300" b="1" dirty="0"/>
              <a:t>Title</a:t>
            </a:r>
            <a:endParaRPr lang="en-US" sz="3300" dirty="0"/>
          </a:p>
        </p:txBody>
      </p:sp>
      <p:sp>
        <p:nvSpPr>
          <p:cNvPr id="9" name="TextBox 8">
            <a:extLst>
              <a:ext uri="{FF2B5EF4-FFF2-40B4-BE49-F238E27FC236}">
                <a16:creationId xmlns:a16="http://schemas.microsoft.com/office/drawing/2014/main" xmlns="" id="{57FA0531-DE13-46F7-82CC-42F09899FD5D}"/>
              </a:ext>
            </a:extLst>
          </p:cNvPr>
          <p:cNvSpPr txBox="1"/>
          <p:nvPr/>
        </p:nvSpPr>
        <p:spPr>
          <a:xfrm>
            <a:off x="477169" y="2528379"/>
            <a:ext cx="6175125" cy="326988"/>
          </a:xfrm>
          <a:prstGeom prst="rect">
            <a:avLst/>
          </a:prstGeom>
          <a:solidFill>
            <a:schemeClr val="bg1"/>
          </a:solidFill>
          <a:ln w="6350">
            <a:noFill/>
          </a:ln>
        </p:spPr>
        <p:txBody>
          <a:bodyPr wrap="square" lIns="95226" tIns="47613" rIns="95226" bIns="47613" rtlCol="0">
            <a:spAutoFit/>
          </a:bodyPr>
          <a:lstStyle/>
          <a:p>
            <a:r>
              <a:rPr lang="en-US" altLang="ko-KR" sz="1500" dirty="0"/>
              <a:t>Provide information related to your skill here if needed.</a:t>
            </a:r>
          </a:p>
        </p:txBody>
      </p:sp>
      <p:sp>
        <p:nvSpPr>
          <p:cNvPr id="5" name="TextBox 4">
            <a:extLst>
              <a:ext uri="{FF2B5EF4-FFF2-40B4-BE49-F238E27FC236}">
                <a16:creationId xmlns:a16="http://schemas.microsoft.com/office/drawing/2014/main" xmlns="" id="{57FA0531-DE13-46F7-82CC-42F09899FD5D}"/>
              </a:ext>
            </a:extLst>
          </p:cNvPr>
          <p:cNvSpPr txBox="1"/>
          <p:nvPr/>
        </p:nvSpPr>
        <p:spPr>
          <a:xfrm>
            <a:off x="477169" y="5775483"/>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2" name="Rectangle 1">
            <a:extLst>
              <a:ext uri="{FF2B5EF4-FFF2-40B4-BE49-F238E27FC236}">
                <a16:creationId xmlns:a16="http://schemas.microsoft.com/office/drawing/2014/main" xmlns="" id="{A18A60D8-BAB4-D600-56CA-EAFDBE131B8D}"/>
              </a:ext>
            </a:extLst>
          </p:cNvPr>
          <p:cNvSpPr/>
          <p:nvPr/>
        </p:nvSpPr>
        <p:spPr>
          <a:xfrm>
            <a:off x="477171" y="6268224"/>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3" name="Oval 2"/>
          <p:cNvSpPr/>
          <p:nvPr/>
        </p:nvSpPr>
        <p:spPr>
          <a:xfrm>
            <a:off x="6032309" y="319005"/>
            <a:ext cx="794555" cy="79455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ysClr val="windowText" lastClr="000000"/>
                </a:solidFill>
                <a:latin typeface="Arial" pitchFamily="34" charset="0"/>
                <a:cs typeface="Arial" pitchFamily="34" charset="0"/>
              </a:rPr>
              <a:t>Side</a:t>
            </a:r>
            <a:endParaRPr lang="en-US" b="1" dirty="0" smtClean="0">
              <a:solidFill>
                <a:sysClr val="windowText" lastClr="000000"/>
              </a:solidFill>
              <a:latin typeface="Arial" pitchFamily="34" charset="0"/>
              <a:cs typeface="Arial" pitchFamily="34" charset="0"/>
            </a:endParaRPr>
          </a:p>
          <a:p>
            <a:pPr algn="ctr"/>
            <a:r>
              <a:rPr lang="en-US" sz="4000" b="1" dirty="0">
                <a:solidFill>
                  <a:sysClr val="windowText" lastClr="000000"/>
                </a:solidFill>
                <a:latin typeface="Arial" pitchFamily="34" charset="0"/>
                <a:cs typeface="Arial" pitchFamily="34" charset="0"/>
              </a:rPr>
              <a:t>1</a:t>
            </a:r>
          </a:p>
        </p:txBody>
      </p:sp>
    </p:spTree>
    <p:extLst>
      <p:ext uri="{BB962C8B-B14F-4D97-AF65-F5344CB8AC3E}">
        <p14:creationId xmlns:p14="http://schemas.microsoft.com/office/powerpoint/2010/main" val="2848187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DD3E59-C036-E529-8F37-EEEEF1F11C3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xmlns="" id="{FCB5E974-83B1-2769-F33E-06CF29DA9380}"/>
              </a:ext>
            </a:extLst>
          </p:cNvPr>
          <p:cNvSpPr txBox="1"/>
          <p:nvPr/>
        </p:nvSpPr>
        <p:spPr>
          <a:xfrm>
            <a:off x="477169" y="1806612"/>
            <a:ext cx="6175125" cy="375404"/>
          </a:xfrm>
          <a:prstGeom prst="rect">
            <a:avLst/>
          </a:prstGeom>
          <a:solidFill>
            <a:schemeClr val="bg1"/>
          </a:solidFill>
          <a:ln w="6350">
            <a:solidFill>
              <a:schemeClr val="tx1"/>
            </a:solidFill>
          </a:ln>
          <a:effectLst>
            <a:outerShdw blurRad="50800" dist="38100" dir="2700000" algn="tl" rotWithShape="0">
              <a:prstClr val="black">
                <a:alpha val="40000"/>
              </a:prstClr>
            </a:outerShdw>
          </a:effectLst>
        </p:spPr>
        <p:txBody>
          <a:bodyPr wrap="square" lIns="95226" tIns="47613" rIns="95226" bIns="47613" rtlCol="0" anchor="ctr" anchorCtr="0">
            <a:noAutofit/>
          </a:bodyPr>
          <a:lstStyle/>
          <a:p>
            <a:r>
              <a:rPr lang="en-US" sz="1500" b="1" dirty="0"/>
              <a:t>Directions: </a:t>
            </a:r>
            <a:r>
              <a:rPr lang="en-US" sz="1500" dirty="0"/>
              <a:t>Give details </a:t>
            </a:r>
            <a:r>
              <a:rPr lang="en-US" altLang="ko-KR" sz="1500" dirty="0"/>
              <a:t>here</a:t>
            </a:r>
            <a:endParaRPr lang="en-US" sz="1500" dirty="0"/>
          </a:p>
        </p:txBody>
      </p:sp>
      <p:sp>
        <p:nvSpPr>
          <p:cNvPr id="4" name="Rectangle 3">
            <a:extLst>
              <a:ext uri="{FF2B5EF4-FFF2-40B4-BE49-F238E27FC236}">
                <a16:creationId xmlns:a16="http://schemas.microsoft.com/office/drawing/2014/main" xmlns="" id="{06131E9F-B8C2-0A44-A82A-9641296AD677}"/>
              </a:ext>
            </a:extLst>
          </p:cNvPr>
          <p:cNvSpPr/>
          <p:nvPr/>
        </p:nvSpPr>
        <p:spPr>
          <a:xfrm>
            <a:off x="477170" y="2310438"/>
            <a:ext cx="6175124" cy="288851"/>
          </a:xfrm>
          <a:prstGeom prst="rect">
            <a:avLst/>
          </a:prstGeom>
        </p:spPr>
        <p:txBody>
          <a:bodyPr wrap="square" lIns="95226" tIns="47613" rIns="95226" bIns="47613">
            <a:spAutoFit/>
          </a:bodyPr>
          <a:lstStyle/>
          <a:p>
            <a:r>
              <a:rPr lang="en-US" altLang="ko-KR" sz="1200" dirty="0"/>
              <a:t>Text</a:t>
            </a:r>
            <a:endParaRPr lang="ko-KR" altLang="ko-KR" sz="1200" dirty="0"/>
          </a:p>
        </p:txBody>
      </p:sp>
      <p:sp>
        <p:nvSpPr>
          <p:cNvPr id="5" name="Rectangle 4"/>
          <p:cNvSpPr/>
          <p:nvPr/>
        </p:nvSpPr>
        <p:spPr>
          <a:xfrm>
            <a:off x="1558866" y="4776733"/>
            <a:ext cx="4011731" cy="957483"/>
          </a:xfrm>
          <a:prstGeom prst="rect">
            <a:avLst/>
          </a:prstGeom>
          <a:solidFill>
            <a:srgbClr val="C0000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5226" tIns="47613" rIns="95226" bIns="47613" rtlCol="0" anchor="ctr"/>
          <a:lstStyle/>
          <a:p>
            <a:pPr algn="ctr"/>
            <a:r>
              <a:rPr lang="en-US" altLang="ko-KR" dirty="0">
                <a:effectLst>
                  <a:outerShdw blurRad="38100" dist="38100" dir="2700000" algn="tl">
                    <a:srgbClr val="000000">
                      <a:alpha val="43137"/>
                    </a:srgbClr>
                  </a:outerShdw>
                </a:effectLst>
              </a:rPr>
              <a:t>Delete this page if unneeded</a:t>
            </a:r>
            <a:r>
              <a:rPr lang="en-US" altLang="ko-KR" dirty="0" smtClean="0">
                <a:effectLst>
                  <a:outerShdw blurRad="38100" dist="38100" dir="2700000" algn="tl">
                    <a:srgbClr val="000000">
                      <a:alpha val="43137"/>
                    </a:srgbClr>
                  </a:outerShdw>
                </a:effectLst>
              </a:rPr>
              <a:t>.</a:t>
            </a:r>
          </a:p>
          <a:p>
            <a:pPr algn="ctr"/>
            <a:r>
              <a:rPr lang="en-US" altLang="ko-KR" dirty="0" smtClean="0">
                <a:effectLst>
                  <a:outerShdw blurRad="38100" dist="38100" dir="2700000" algn="tl">
                    <a:srgbClr val="000000">
                      <a:alpha val="43137"/>
                    </a:srgbClr>
                  </a:outerShdw>
                </a:effectLst>
              </a:rPr>
              <a:t>Do not add additional worksheets.</a:t>
            </a:r>
            <a:endParaRPr lang="en-US" altLang="ko-KR" dirty="0">
              <a:effectLst>
                <a:outerShdw blurRad="38100" dist="38100" dir="2700000" algn="tl">
                  <a:srgbClr val="000000">
                    <a:alpha val="43137"/>
                  </a:srgbClr>
                </a:outerShdw>
              </a:effectLst>
            </a:endParaRPr>
          </a:p>
        </p:txBody>
      </p:sp>
      <p:sp>
        <p:nvSpPr>
          <p:cNvPr id="7" name="Oval 6"/>
          <p:cNvSpPr/>
          <p:nvPr/>
        </p:nvSpPr>
        <p:spPr>
          <a:xfrm>
            <a:off x="6032309" y="319005"/>
            <a:ext cx="794555" cy="79455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ysClr val="windowText" lastClr="000000"/>
                </a:solidFill>
                <a:latin typeface="Arial" pitchFamily="34" charset="0"/>
                <a:cs typeface="Arial" pitchFamily="34" charset="0"/>
              </a:rPr>
              <a:t>Side</a:t>
            </a:r>
            <a:endParaRPr lang="en-US" b="1" dirty="0" smtClean="0">
              <a:solidFill>
                <a:sysClr val="windowText" lastClr="000000"/>
              </a:solidFill>
              <a:latin typeface="Arial" pitchFamily="34" charset="0"/>
              <a:cs typeface="Arial" pitchFamily="34" charset="0"/>
            </a:endParaRPr>
          </a:p>
          <a:p>
            <a:pPr algn="ctr"/>
            <a:r>
              <a:rPr lang="en-US" sz="4000" b="1" dirty="0" smtClean="0">
                <a:solidFill>
                  <a:sysClr val="windowText" lastClr="000000"/>
                </a:solidFill>
                <a:latin typeface="Arial" pitchFamily="34" charset="0"/>
                <a:cs typeface="Arial" pitchFamily="34" charset="0"/>
              </a:rPr>
              <a:t>2</a:t>
            </a:r>
            <a:endParaRPr lang="en-US" sz="4000" b="1" dirty="0">
              <a:solidFill>
                <a:sysClr val="windowText" lastClr="000000"/>
              </a:solidFill>
              <a:latin typeface="Arial" pitchFamily="34" charset="0"/>
              <a:cs typeface="Arial" pitchFamily="34" charset="0"/>
            </a:endParaRPr>
          </a:p>
        </p:txBody>
      </p:sp>
    </p:spTree>
    <p:extLst>
      <p:ext uri="{BB962C8B-B14F-4D97-AF65-F5344CB8AC3E}">
        <p14:creationId xmlns:p14="http://schemas.microsoft.com/office/powerpoint/2010/main" val="482828150"/>
      </p:ext>
    </p:extLst>
  </p:cSld>
  <p:clrMapOvr>
    <a:masterClrMapping/>
  </p:clrMapOvr>
</p:sld>
</file>

<file path=ppt/theme/theme1.xml><?xml version="1.0" encoding="utf-8"?>
<a:theme xmlns:a="http://schemas.openxmlformats.org/drawingml/2006/main" name="Master Slid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1691</TotalTime>
  <Words>308</Words>
  <Application>Microsoft Office PowerPoint</Application>
  <PresentationFormat>Custom</PresentationFormat>
  <Paragraphs>52</Paragraphs>
  <Slides>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Times New Roman</vt:lpstr>
      <vt:lpstr>Calibri</vt:lpstr>
      <vt:lpstr>맑은 고딕</vt:lpstr>
      <vt:lpstr>Corbel</vt:lpstr>
      <vt:lpstr>Master Slide</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dyb6720</cp:lastModifiedBy>
  <cp:revision>111</cp:revision>
  <cp:lastPrinted>2021-07-20T09:59:16Z</cp:lastPrinted>
  <dcterms:created xsi:type="dcterms:W3CDTF">2020-07-13T16:37:53Z</dcterms:created>
  <dcterms:modified xsi:type="dcterms:W3CDTF">2025-05-08T12:10:47Z</dcterms:modified>
</cp:coreProperties>
</file>