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6858000" cy="9906000" type="A4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5E5"/>
    <a:srgbClr val="DDD9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4660"/>
  </p:normalViewPr>
  <p:slideViewPr>
    <p:cSldViewPr snapToGrid="0">
      <p:cViewPr varScale="1">
        <p:scale>
          <a:sx n="77" d="100"/>
          <a:sy n="77" d="100"/>
        </p:scale>
        <p:origin x="3048" y="11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C016D6A-E003-20C4-3DE5-BAC72D0568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8C0991-6339-5254-410C-20D06505EE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429213-F857-4A94-A139-861FDFEF781E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A0BAB-03BB-0F17-2084-AD3BB9726D2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371287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D2024-C6DD-C636-5A77-3019FAE4EC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3" y="9371287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26139-6F92-49EA-B638-0077B912B94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0184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EF916-CFC6-43ED-8AC2-740F181CF69D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1233488"/>
            <a:ext cx="23034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371287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7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F368F8-BC73-436A-82B3-657238CB20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298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CAE4CBB-268B-1C2D-4638-08A3A5081F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25600" y="584200"/>
            <a:ext cx="3606800" cy="431800"/>
          </a:xfrm>
          <a:prstGeom prst="rect">
            <a:avLst/>
          </a:prstGeom>
        </p:spPr>
        <p:txBody>
          <a:bodyPr anchor="ctr"/>
          <a:lstStyle>
            <a:lvl2pPr marL="342900" indent="0">
              <a:buNone/>
              <a:defRPr/>
            </a:lvl2pPr>
            <a:lvl5pPr marL="0" indent="0" algn="ctr">
              <a:buNone/>
              <a:defRPr sz="2200" b="1">
                <a:solidFill>
                  <a:srgbClr val="C00000"/>
                </a:solidFill>
              </a:defRPr>
            </a:lvl5pPr>
          </a:lstStyle>
          <a:p>
            <a:pPr lvl="4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30B8D5-FAB7-2BEE-6084-086C6968D8A7}"/>
              </a:ext>
            </a:extLst>
          </p:cNvPr>
          <p:cNvSpPr/>
          <p:nvPr userDrawn="1"/>
        </p:nvSpPr>
        <p:spPr>
          <a:xfrm>
            <a:off x="225000" y="237000"/>
            <a:ext cx="6408000" cy="9432000"/>
          </a:xfrm>
          <a:prstGeom prst="rect">
            <a:avLst/>
          </a:prstGeom>
          <a:noFill/>
          <a:ln w="50800" cmpd="thinThick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5F66F03-4979-0126-3CC4-0090DA2426A5}"/>
              </a:ext>
            </a:extLst>
          </p:cNvPr>
          <p:cNvGrpSpPr/>
          <p:nvPr userDrawn="1"/>
        </p:nvGrpSpPr>
        <p:grpSpPr>
          <a:xfrm>
            <a:off x="460429" y="438642"/>
            <a:ext cx="5940000" cy="700304"/>
            <a:chOff x="640080" y="491982"/>
            <a:chExt cx="5940000" cy="70030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16BCEBD-FAAA-3D5E-5768-DD8D1AAD9D86}"/>
                </a:ext>
              </a:extLst>
            </p:cNvPr>
            <p:cNvPicPr/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660082" y="491982"/>
              <a:ext cx="712470" cy="6019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15" name="AutoShape 8">
              <a:extLst>
                <a:ext uri="{FF2B5EF4-FFF2-40B4-BE49-F238E27FC236}">
                  <a16:creationId xmlns:a16="http://schemas.microsoft.com/office/drawing/2014/main" id="{4198BD5A-83C3-086F-ADE5-38A262A956E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40080" y="1192286"/>
              <a:ext cx="5940000" cy="0"/>
            </a:xfrm>
            <a:prstGeom prst="straightConnector1">
              <a:avLst/>
            </a:prstGeom>
            <a:noFill/>
            <a:ln w="19050">
              <a:solidFill>
                <a:sysClr val="window" lastClr="FFFFFF">
                  <a:lumMod val="50000"/>
                  <a:lumOff val="0"/>
                </a:sys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279943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A02DEB1B-1825-4118-8E06-A17896DC4DAF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282B6586-FA7D-46A7-BE2A-2550CB37C7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8363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A02DEB1B-1825-4118-8E06-A17896DC4DAF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282B6586-FA7D-46A7-BE2A-2550CB37C7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427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A02DEB1B-1825-4118-8E06-A17896DC4DAF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282B6586-FA7D-46A7-BE2A-2550CB37C7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924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A02DEB1B-1825-4118-8E06-A17896DC4DAF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282B6586-FA7D-46A7-BE2A-2550CB37C7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978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A02DEB1B-1825-4118-8E06-A17896DC4DAF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282B6586-FA7D-46A7-BE2A-2550CB37C7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26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A02DEB1B-1825-4118-8E06-A17896DC4DAF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282B6586-FA7D-46A7-BE2A-2550CB37C7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610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A02DEB1B-1825-4118-8E06-A17896DC4DAF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282B6586-FA7D-46A7-BE2A-2550CB37C7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377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A02DEB1B-1825-4118-8E06-A17896DC4DAF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282B6586-FA7D-46A7-BE2A-2550CB37C7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246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A02DEB1B-1825-4118-8E06-A17896DC4DAF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282B6586-FA7D-46A7-BE2A-2550CB37C7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74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A02DEB1B-1825-4118-8E06-A17896DC4DAF}" type="datetimeFigureOut">
              <a:rPr lang="en-US" smtClean="0"/>
              <a:t>1/9/2025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/>
          <a:lstStyle/>
          <a:p>
            <a:fld id="{282B6586-FA7D-46A7-BE2A-2550CB37C73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160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66D8-3B6D-343E-AD09-D36D1BF0E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5972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159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B761B5-3874-E036-C65C-CEE19BA00F4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25600" y="534096"/>
            <a:ext cx="3606800" cy="4318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</a:rPr>
              <a:t>Lesson Brainstorming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D07954-6E31-A068-52E7-4EEE67BA6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04502"/>
              </p:ext>
            </p:extLst>
          </p:nvPr>
        </p:nvGraphicFramePr>
        <p:xfrm>
          <a:off x="477000" y="1257817"/>
          <a:ext cx="5904000" cy="11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723638993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2294834957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773396164"/>
                    </a:ext>
                  </a:extLst>
                </a:gridCol>
                <a:gridCol w="1872000">
                  <a:extLst>
                    <a:ext uri="{9D8B030D-6E8A-4147-A177-3AD203B41FA5}">
                      <a16:colId xmlns:a16="http://schemas.microsoft.com/office/drawing/2014/main" val="343993426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Partner/s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96205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Level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98206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Unit </a:t>
                      </a:r>
                      <a:r>
                        <a:rPr lang="en-US" sz="12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  <a:endParaRPr lang="en-US" sz="12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Unit Topic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29324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/>
                        <a:t>SP / WR / OE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Upload 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162377"/>
                  </a:ext>
                </a:extLst>
              </a:tr>
            </a:tbl>
          </a:graphicData>
        </a:graphic>
      </p:graphicFrame>
      <p:grpSp>
        <p:nvGrpSpPr>
          <p:cNvPr id="11" name="Group 10">
            <a:extLst>
              <a:ext uri="{FF2B5EF4-FFF2-40B4-BE49-F238E27FC236}">
                <a16:creationId xmlns:a16="http://schemas.microsoft.com/office/drawing/2014/main" id="{436E68D3-B5A8-FDC6-7BCD-D8B1F51968ED}"/>
              </a:ext>
            </a:extLst>
          </p:cNvPr>
          <p:cNvGrpSpPr/>
          <p:nvPr/>
        </p:nvGrpSpPr>
        <p:grpSpPr>
          <a:xfrm>
            <a:off x="477000" y="2571098"/>
            <a:ext cx="5904000" cy="1537439"/>
            <a:chOff x="477000" y="3018773"/>
            <a:chExt cx="5904000" cy="153743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7C8CE99-8BF9-7704-6FBE-A8D8F1AB2EFE}"/>
                </a:ext>
              </a:extLst>
            </p:cNvPr>
            <p:cNvSpPr/>
            <p:nvPr/>
          </p:nvSpPr>
          <p:spPr>
            <a:xfrm>
              <a:off x="477000" y="3018773"/>
              <a:ext cx="5904000" cy="153743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A6DC099-1CAA-6316-5FBA-EFF3CE7A927D}"/>
                </a:ext>
              </a:extLst>
            </p:cNvPr>
            <p:cNvSpPr/>
            <p:nvPr/>
          </p:nvSpPr>
          <p:spPr>
            <a:xfrm>
              <a:off x="477000" y="3018773"/>
              <a:ext cx="5904000" cy="288000"/>
            </a:xfrm>
            <a:prstGeom prst="rect">
              <a:avLst/>
            </a:prstGeom>
            <a:solidFill>
              <a:srgbClr val="F8E5E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i="1" dirty="0">
                  <a:solidFill>
                    <a:schemeClr val="tx1"/>
                  </a:solidFill>
                  <a:cs typeface="Arial"/>
                </a:rPr>
                <a:t>Possible Skills or Grammar Points</a:t>
              </a:r>
              <a:endParaRPr lang="ko-KR" altLang="ko-KR" sz="1400" i="1" dirty="0">
                <a:solidFill>
                  <a:schemeClr val="tx1"/>
                </a:solidFill>
                <a:cs typeface="Arial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AF38975-E834-3900-01E6-F0ADA83AFCCA}"/>
              </a:ext>
            </a:extLst>
          </p:cNvPr>
          <p:cNvGrpSpPr/>
          <p:nvPr/>
        </p:nvGrpSpPr>
        <p:grpSpPr>
          <a:xfrm>
            <a:off x="477001" y="5803209"/>
            <a:ext cx="5903999" cy="3377853"/>
            <a:chOff x="477000" y="3018772"/>
            <a:chExt cx="5904000" cy="2208161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9AB31D9-9D03-D105-DB9C-1C884EB0402E}"/>
                </a:ext>
              </a:extLst>
            </p:cNvPr>
            <p:cNvSpPr/>
            <p:nvPr/>
          </p:nvSpPr>
          <p:spPr>
            <a:xfrm>
              <a:off x="477000" y="3018773"/>
              <a:ext cx="5904000" cy="220816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92D168A-53A8-CEFF-7175-993318B3C02D}"/>
                </a:ext>
              </a:extLst>
            </p:cNvPr>
            <p:cNvSpPr/>
            <p:nvPr/>
          </p:nvSpPr>
          <p:spPr>
            <a:xfrm>
              <a:off x="477000" y="3018772"/>
              <a:ext cx="5904000" cy="171917"/>
            </a:xfrm>
            <a:prstGeom prst="rect">
              <a:avLst/>
            </a:prstGeom>
            <a:solidFill>
              <a:srgbClr val="F8E5E5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i="1" dirty="0">
                  <a:solidFill>
                    <a:schemeClr val="tx1"/>
                  </a:solidFill>
                  <a:cs typeface="Arial"/>
                </a:rPr>
                <a:t>Warm-up &amp; Practice Ideas</a:t>
              </a:r>
              <a:endParaRPr lang="ko-KR" altLang="ko-KR" sz="1400" i="1" dirty="0">
                <a:solidFill>
                  <a:schemeClr val="tx1"/>
                </a:solidFill>
                <a:cs typeface="Arial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5797ABC-69BA-F56B-F3BE-F73E6945039E}"/>
              </a:ext>
            </a:extLst>
          </p:cNvPr>
          <p:cNvSpPr txBox="1"/>
          <p:nvPr/>
        </p:nvSpPr>
        <p:spPr>
          <a:xfrm>
            <a:off x="451640" y="9218640"/>
            <a:ext cx="5954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Please submit your brainstorming by the end of </a:t>
            </a:r>
            <a:r>
              <a:rPr lang="en-US" b="1" u="sng" dirty="0"/>
              <a:t>today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2D5933-F672-D344-6A30-5E9A241FF164}"/>
              </a:ext>
            </a:extLst>
          </p:cNvPr>
          <p:cNvGrpSpPr/>
          <p:nvPr/>
        </p:nvGrpSpPr>
        <p:grpSpPr>
          <a:xfrm>
            <a:off x="477000" y="4269818"/>
            <a:ext cx="5904000" cy="432000"/>
            <a:chOff x="477000" y="3022097"/>
            <a:chExt cx="5904000" cy="446401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A48FAE5-546F-8652-9C9D-6CF208036772}"/>
                </a:ext>
              </a:extLst>
            </p:cNvPr>
            <p:cNvSpPr/>
            <p:nvPr/>
          </p:nvSpPr>
          <p:spPr>
            <a:xfrm>
              <a:off x="1629000" y="3022097"/>
              <a:ext cx="4752000" cy="446401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b="1" i="0" dirty="0">
                  <a:solidFill>
                    <a:schemeClr val="tx1"/>
                  </a:solidFill>
                  <a:effectLst/>
                </a:rPr>
                <a:t>SWBAT</a:t>
              </a:r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CD59F55-EBC7-48CE-27ED-4CF6F861FB50}"/>
                </a:ext>
              </a:extLst>
            </p:cNvPr>
            <p:cNvSpPr/>
            <p:nvPr/>
          </p:nvSpPr>
          <p:spPr>
            <a:xfrm>
              <a:off x="477000" y="3022097"/>
              <a:ext cx="1152000" cy="446400"/>
            </a:xfrm>
            <a:prstGeom prst="rect">
              <a:avLst/>
            </a:prstGeom>
            <a:solidFill>
              <a:srgbClr val="F8E5E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i="1" dirty="0">
                  <a:solidFill>
                    <a:schemeClr val="tx1"/>
                  </a:solidFill>
                  <a:cs typeface="Arial"/>
                </a:rPr>
                <a:t>Lesson Objective</a:t>
              </a:r>
              <a:endParaRPr lang="ko-KR" altLang="ko-KR" sz="1400" i="1" dirty="0">
                <a:solidFill>
                  <a:schemeClr val="tx1"/>
                </a:solidFill>
                <a:cs typeface="Arial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101F797-5DAA-CBCF-56FE-D60E3652D5BA}"/>
              </a:ext>
            </a:extLst>
          </p:cNvPr>
          <p:cNvGrpSpPr/>
          <p:nvPr/>
        </p:nvGrpSpPr>
        <p:grpSpPr>
          <a:xfrm>
            <a:off x="477000" y="4893367"/>
            <a:ext cx="5904000" cy="718294"/>
            <a:chOff x="477000" y="3022096"/>
            <a:chExt cx="5904000" cy="892803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7DC0455-14BF-F281-EF83-2048C9CF72C0}"/>
                </a:ext>
              </a:extLst>
            </p:cNvPr>
            <p:cNvSpPr/>
            <p:nvPr/>
          </p:nvSpPr>
          <p:spPr>
            <a:xfrm>
              <a:off x="1629000" y="3022097"/>
              <a:ext cx="4752000" cy="89280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0387C19-5D95-EEFA-4892-B1D5FB331823}"/>
                </a:ext>
              </a:extLst>
            </p:cNvPr>
            <p:cNvSpPr/>
            <p:nvPr/>
          </p:nvSpPr>
          <p:spPr>
            <a:xfrm>
              <a:off x="477000" y="3022096"/>
              <a:ext cx="1152000" cy="892802"/>
            </a:xfrm>
            <a:prstGeom prst="rect">
              <a:avLst/>
            </a:prstGeom>
            <a:solidFill>
              <a:srgbClr val="F8E5E5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b="1" i="1" dirty="0">
                  <a:solidFill>
                    <a:schemeClr val="tx1"/>
                  </a:solidFill>
                  <a:cs typeface="Arial"/>
                </a:rPr>
                <a:t>Production Activity</a:t>
              </a:r>
              <a:endParaRPr lang="ko-KR" altLang="ko-KR" sz="1400" i="1" dirty="0">
                <a:solidFill>
                  <a:schemeClr val="tx1"/>
                </a:solidFill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6566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19703</TotalTime>
  <Words>42</Words>
  <Application>Microsoft Office PowerPoint</Application>
  <PresentationFormat>A4 Paper (210x297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Matthew Hacon</dc:creator>
  <cp:lastModifiedBy>Matthew Hacon</cp:lastModifiedBy>
  <cp:revision>212</cp:revision>
  <cp:lastPrinted>2025-01-08T07:53:03Z</cp:lastPrinted>
  <dcterms:created xsi:type="dcterms:W3CDTF">2023-04-10T11:18:08Z</dcterms:created>
  <dcterms:modified xsi:type="dcterms:W3CDTF">2025-01-09T06:36:26Z</dcterms:modified>
</cp:coreProperties>
</file>