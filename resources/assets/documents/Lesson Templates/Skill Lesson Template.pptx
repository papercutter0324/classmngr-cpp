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2"/>
  </p:notesMasterIdLst>
  <p:handoutMasterIdLst>
    <p:handoutMasterId r:id="rId13"/>
  </p:handoutMasterIdLst>
  <p:sldIdLst>
    <p:sldId id="276" r:id="rId2"/>
    <p:sldId id="271" r:id="rId3"/>
    <p:sldId id="274" r:id="rId4"/>
    <p:sldId id="272" r:id="rId5"/>
    <p:sldId id="278" r:id="rId6"/>
    <p:sldId id="256" r:id="rId7"/>
    <p:sldId id="258" r:id="rId8"/>
    <p:sldId id="275" r:id="rId9"/>
    <p:sldId id="264" r:id="rId10"/>
    <p:sldId id="277" r:id="rId11"/>
  </p:sldIdLst>
  <p:sldSz cx="7129463" cy="10329863"/>
  <p:notesSz cx="6735763" cy="9866313"/>
  <p:embeddedFontLst>
    <p:embeddedFont>
      <p:font typeface="Calibri" pitchFamily="34" charset="0"/>
      <p:regular r:id="rId14"/>
      <p:bold r:id="rId15"/>
      <p:italic r:id="rId16"/>
      <p:boldItalic r:id="rId17"/>
    </p:embeddedFont>
    <p:embeddedFont>
      <p:font typeface="맑은 고딕" pitchFamily="50" charset="-127"/>
      <p:regular r:id="rId18"/>
      <p:bold r:id="rId19"/>
    </p:embeddedFont>
    <p:embeddedFont>
      <p:font typeface="Corbel" pitchFamily="34" charset="0"/>
      <p:regular r:id="rId20"/>
      <p:bold r:id="rId21"/>
      <p:italic r:id="rId22"/>
      <p:boldItalic r:id="rId23"/>
    </p:embeddedFont>
  </p:embeddedFontLst>
  <p:defaultTextStyle>
    <a:defPPr>
      <a:defRPr lang="en-US"/>
    </a:defPPr>
    <a:lvl1pPr marL="0" algn="l" defTabSz="476128" rtl="0" eaLnBrk="1" latinLnBrk="0" hangingPunct="1">
      <a:defRPr sz="1900" kern="1200">
        <a:solidFill>
          <a:schemeClr val="tx1"/>
        </a:solidFill>
        <a:latin typeface="+mn-lt"/>
        <a:ea typeface="+mn-ea"/>
        <a:cs typeface="+mn-cs"/>
      </a:defRPr>
    </a:lvl1pPr>
    <a:lvl2pPr marL="476128" algn="l" defTabSz="476128" rtl="0" eaLnBrk="1" latinLnBrk="0" hangingPunct="1">
      <a:defRPr sz="1900" kern="1200">
        <a:solidFill>
          <a:schemeClr val="tx1"/>
        </a:solidFill>
        <a:latin typeface="+mn-lt"/>
        <a:ea typeface="+mn-ea"/>
        <a:cs typeface="+mn-cs"/>
      </a:defRPr>
    </a:lvl2pPr>
    <a:lvl3pPr marL="952256" algn="l" defTabSz="476128" rtl="0" eaLnBrk="1" latinLnBrk="0" hangingPunct="1">
      <a:defRPr sz="1900" kern="1200">
        <a:solidFill>
          <a:schemeClr val="tx1"/>
        </a:solidFill>
        <a:latin typeface="+mn-lt"/>
        <a:ea typeface="+mn-ea"/>
        <a:cs typeface="+mn-cs"/>
      </a:defRPr>
    </a:lvl3pPr>
    <a:lvl4pPr marL="1428384" algn="l" defTabSz="476128" rtl="0" eaLnBrk="1" latinLnBrk="0" hangingPunct="1">
      <a:defRPr sz="1900" kern="1200">
        <a:solidFill>
          <a:schemeClr val="tx1"/>
        </a:solidFill>
        <a:latin typeface="+mn-lt"/>
        <a:ea typeface="+mn-ea"/>
        <a:cs typeface="+mn-cs"/>
      </a:defRPr>
    </a:lvl4pPr>
    <a:lvl5pPr marL="1904512" algn="l" defTabSz="476128" rtl="0" eaLnBrk="1" latinLnBrk="0" hangingPunct="1">
      <a:defRPr sz="1900" kern="1200">
        <a:solidFill>
          <a:schemeClr val="tx1"/>
        </a:solidFill>
        <a:latin typeface="+mn-lt"/>
        <a:ea typeface="+mn-ea"/>
        <a:cs typeface="+mn-cs"/>
      </a:defRPr>
    </a:lvl5pPr>
    <a:lvl6pPr marL="2380640" algn="l" defTabSz="476128" rtl="0" eaLnBrk="1" latinLnBrk="0" hangingPunct="1">
      <a:defRPr sz="1900" kern="1200">
        <a:solidFill>
          <a:schemeClr val="tx1"/>
        </a:solidFill>
        <a:latin typeface="+mn-lt"/>
        <a:ea typeface="+mn-ea"/>
        <a:cs typeface="+mn-cs"/>
      </a:defRPr>
    </a:lvl6pPr>
    <a:lvl7pPr marL="2856768" algn="l" defTabSz="476128" rtl="0" eaLnBrk="1" latinLnBrk="0" hangingPunct="1">
      <a:defRPr sz="1900" kern="1200">
        <a:solidFill>
          <a:schemeClr val="tx1"/>
        </a:solidFill>
        <a:latin typeface="+mn-lt"/>
        <a:ea typeface="+mn-ea"/>
        <a:cs typeface="+mn-cs"/>
      </a:defRPr>
    </a:lvl7pPr>
    <a:lvl8pPr marL="3332897" algn="l" defTabSz="476128" rtl="0" eaLnBrk="1" latinLnBrk="0" hangingPunct="1">
      <a:defRPr sz="1900" kern="1200">
        <a:solidFill>
          <a:schemeClr val="tx1"/>
        </a:solidFill>
        <a:latin typeface="+mn-lt"/>
        <a:ea typeface="+mn-ea"/>
        <a:cs typeface="+mn-cs"/>
      </a:defRPr>
    </a:lvl8pPr>
    <a:lvl9pPr marL="3809025" algn="l" defTabSz="476128"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Teacher's Pages" id="{960047ED-F51D-453C-90FA-A5CF5B41A7E0}">
          <p14:sldIdLst>
            <p14:sldId id="276"/>
            <p14:sldId id="271"/>
            <p14:sldId id="274"/>
            <p14:sldId id="272"/>
            <p14:sldId id="278"/>
          </p14:sldIdLst>
        </p14:section>
        <p14:section name="Warm-up" id="{794A0B61-7222-43B7-A4D7-26C375AABBB9}">
          <p14:sldIdLst>
            <p14:sldId id="256"/>
          </p14:sldIdLst>
        </p14:section>
        <p14:section name="Practice" id="{96259867-702C-4E92-8161-6FFE7E64802D}">
          <p14:sldIdLst>
            <p14:sldId id="258"/>
            <p14:sldId id="275"/>
          </p14:sldIdLst>
        </p14:section>
        <p14:section name="Production" id="{E4E194D6-C01B-4743-AEDB-EBAFABDD4BA4}">
          <p14:sldIdLst>
            <p14:sldId id="264"/>
          </p14:sldIdLst>
        </p14:section>
        <p14:section name="Closure" id="{8C129936-F842-4895-80F7-52125694008D}">
          <p14:sldIdLst>
            <p14:sldId id="277"/>
          </p14:sldIdLst>
        </p14:section>
      </p14:sectionLst>
    </p:ext>
    <p:ext uri="{EFAFB233-063F-42B5-8137-9DF3F51BA10A}">
      <p15:sldGuideLst xmlns="" xmlns:p15="http://schemas.microsoft.com/office/powerpoint/2012/main">
        <p15:guide id="1" orient="horz" pos="3120">
          <p15:clr>
            <a:srgbClr val="A4A3A4"/>
          </p15:clr>
        </p15:guide>
        <p15:guide id="2" pos="2160">
          <p15:clr>
            <a:srgbClr val="A4A3A4"/>
          </p15:clr>
        </p15:guide>
      </p15:sldGuideLst>
    </p:ext>
    <p:ext uri="{2D200454-40CA-4A62-9FC3-DE9A4176ACB9}">
      <p15:notesGuideLst xmlns="" xmlns:p15="http://schemas.microsoft.com/office/powerpoint/2012/main">
        <p15:guide id="1" orient="horz" pos="3107">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6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AC864A-F9D2-4327-AECD-4CB582E498A7}" v="8" dt="2022-10-07T06:22:37.3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8830" autoAdjust="0"/>
    <p:restoredTop sz="94660" autoAdjust="0"/>
  </p:normalViewPr>
  <p:slideViewPr>
    <p:cSldViewPr snapToGrid="0">
      <p:cViewPr>
        <p:scale>
          <a:sx n="70" d="100"/>
          <a:sy n="70" d="100"/>
        </p:scale>
        <p:origin x="-3096" y="-384"/>
      </p:cViewPr>
      <p:guideLst>
        <p:guide orient="horz" pos="3254"/>
        <p:guide pos="224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64" y="-84"/>
      </p:cViewPr>
      <p:guideLst>
        <p:guide orient="horz" pos="3107"/>
        <p:guide pos="212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won Campus" userId="K0nWwFmMd+wMLLWkK4TmnTcKu9XbZDZvpeqHqB19TiY=" providerId="None" clId="Web-{C9AC864A-F9D2-4327-AECD-4CB582E498A7}"/>
    <pc:docChg chg="modSld">
      <pc:chgData name="Suwon Campus" userId="K0nWwFmMd+wMLLWkK4TmnTcKu9XbZDZvpeqHqB19TiY=" providerId="None" clId="Web-{C9AC864A-F9D2-4327-AECD-4CB582E498A7}" dt="2022-10-07T06:22:37.338" v="7"/>
      <pc:docMkLst>
        <pc:docMk/>
      </pc:docMkLst>
      <pc:sldChg chg="modSp">
        <pc:chgData name="Suwon Campus" userId="K0nWwFmMd+wMLLWkK4TmnTcKu9XbZDZvpeqHqB19TiY=" providerId="None" clId="Web-{C9AC864A-F9D2-4327-AECD-4CB582E498A7}" dt="2022-10-07T06:22:37.338" v="7"/>
        <pc:sldMkLst>
          <pc:docMk/>
          <pc:sldMk cId="1725844878" sldId="273"/>
        </pc:sldMkLst>
        <pc:graphicFrameChg chg="mod modGraphic">
          <ac:chgData name="Suwon Campus" userId="K0nWwFmMd+wMLLWkK4TmnTcKu9XbZDZvpeqHqB19TiY=" providerId="None" clId="Web-{C9AC864A-F9D2-4327-AECD-4CB582E498A7}" dt="2022-10-07T06:22:37.338" v="7"/>
          <ac:graphicFrameMkLst>
            <pc:docMk/>
            <pc:sldMk cId="1725844878" sldId="273"/>
            <ac:graphicFrameMk id="15"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052C3E58-FC31-4FEE-9121-1BE6FA4D1D42}"/>
              </a:ext>
            </a:extLst>
          </p:cNvPr>
          <p:cNvSpPr>
            <a:spLocks noGrp="1"/>
          </p:cNvSpPr>
          <p:nvPr>
            <p:ph type="hdr" sz="quarter"/>
          </p:nvPr>
        </p:nvSpPr>
        <p:spPr>
          <a:xfrm>
            <a:off x="1" y="0"/>
            <a:ext cx="2918830" cy="495029"/>
          </a:xfrm>
          <a:prstGeom prst="rect">
            <a:avLst/>
          </a:prstGeom>
        </p:spPr>
        <p:txBody>
          <a:bodyPr vert="horz" lIns="94753" tIns="47377" rIns="94753" bIns="47377" rtlCol="0"/>
          <a:lstStyle>
            <a:lvl1pPr algn="l">
              <a:defRPr sz="1200"/>
            </a:lvl1pPr>
          </a:lstStyle>
          <a:p>
            <a:r>
              <a:rPr lang="en-US"/>
              <a:t>dfgdfgd</a:t>
            </a:r>
          </a:p>
        </p:txBody>
      </p:sp>
      <p:sp>
        <p:nvSpPr>
          <p:cNvPr id="3" name="Date Placeholder 2">
            <a:extLst>
              <a:ext uri="{FF2B5EF4-FFF2-40B4-BE49-F238E27FC236}">
                <a16:creationId xmlns="" xmlns:a16="http://schemas.microsoft.com/office/drawing/2014/main" id="{5FB416B6-C8B4-41BB-96F7-875CD40A9CFD}"/>
              </a:ext>
            </a:extLst>
          </p:cNvPr>
          <p:cNvSpPr>
            <a:spLocks noGrp="1"/>
          </p:cNvSpPr>
          <p:nvPr>
            <p:ph type="dt" sz="quarter" idx="1"/>
          </p:nvPr>
        </p:nvSpPr>
        <p:spPr>
          <a:xfrm>
            <a:off x="3815377" y="0"/>
            <a:ext cx="2918830" cy="495029"/>
          </a:xfrm>
          <a:prstGeom prst="rect">
            <a:avLst/>
          </a:prstGeom>
        </p:spPr>
        <p:txBody>
          <a:bodyPr vert="horz" lIns="94753" tIns="47377" rIns="94753" bIns="47377" rtlCol="0"/>
          <a:lstStyle>
            <a:lvl1pPr algn="r">
              <a:defRPr sz="1200"/>
            </a:lvl1pPr>
          </a:lstStyle>
          <a:p>
            <a:fld id="{D87EE37D-3529-496A-9F63-2FC13D94ED3A}" type="datetimeFigureOut">
              <a:rPr lang="en-US" smtClean="0"/>
              <a:t>1/16/2026</a:t>
            </a:fld>
            <a:endParaRPr lang="en-US"/>
          </a:p>
        </p:txBody>
      </p:sp>
      <p:sp>
        <p:nvSpPr>
          <p:cNvPr id="4" name="Footer Placeholder 3">
            <a:extLst>
              <a:ext uri="{FF2B5EF4-FFF2-40B4-BE49-F238E27FC236}">
                <a16:creationId xmlns="" xmlns:a16="http://schemas.microsoft.com/office/drawing/2014/main" id="{865CA99A-ACD3-4DEA-9994-810C46A63B00}"/>
              </a:ext>
            </a:extLst>
          </p:cNvPr>
          <p:cNvSpPr>
            <a:spLocks noGrp="1"/>
          </p:cNvSpPr>
          <p:nvPr>
            <p:ph type="ftr" sz="quarter" idx="2"/>
          </p:nvPr>
        </p:nvSpPr>
        <p:spPr>
          <a:xfrm>
            <a:off x="1" y="9371286"/>
            <a:ext cx="2918830" cy="495028"/>
          </a:xfrm>
          <a:prstGeom prst="rect">
            <a:avLst/>
          </a:prstGeom>
        </p:spPr>
        <p:txBody>
          <a:bodyPr vert="horz" lIns="94753" tIns="47377" rIns="94753" bIns="47377"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D166752F-6080-4975-86B1-491B1DA734FF}"/>
              </a:ext>
            </a:extLst>
          </p:cNvPr>
          <p:cNvSpPr>
            <a:spLocks noGrp="1"/>
          </p:cNvSpPr>
          <p:nvPr>
            <p:ph type="sldNum" sz="quarter" idx="3"/>
          </p:nvPr>
        </p:nvSpPr>
        <p:spPr>
          <a:xfrm>
            <a:off x="3815377" y="9371286"/>
            <a:ext cx="2918830" cy="495028"/>
          </a:xfrm>
          <a:prstGeom prst="rect">
            <a:avLst/>
          </a:prstGeom>
        </p:spPr>
        <p:txBody>
          <a:bodyPr vert="horz" lIns="94753" tIns="47377" rIns="94753" bIns="47377" rtlCol="0" anchor="b"/>
          <a:lstStyle>
            <a:lvl1pPr algn="r">
              <a:defRPr sz="1200"/>
            </a:lvl1pPr>
          </a:lstStyle>
          <a:p>
            <a:fld id="{D646DF12-3EAB-4F93-BC27-D53F6E45AB64}" type="slidenum">
              <a:rPr lang="en-US" smtClean="0"/>
              <a:t>‹#›</a:t>
            </a:fld>
            <a:endParaRPr lang="en-US"/>
          </a:p>
        </p:txBody>
      </p:sp>
    </p:spTree>
    <p:extLst>
      <p:ext uri="{BB962C8B-B14F-4D97-AF65-F5344CB8AC3E}">
        <p14:creationId xmlns:p14="http://schemas.microsoft.com/office/powerpoint/2010/main" val="6861542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0" cy="495029"/>
          </a:xfrm>
          <a:prstGeom prst="rect">
            <a:avLst/>
          </a:prstGeom>
        </p:spPr>
        <p:txBody>
          <a:bodyPr vert="horz" lIns="94753" tIns="47377" rIns="94753" bIns="47377" rtlCol="0"/>
          <a:lstStyle>
            <a:lvl1pPr algn="l">
              <a:defRPr sz="1200"/>
            </a:lvl1pPr>
          </a:lstStyle>
          <a:p>
            <a:r>
              <a:rPr lang="en-US"/>
              <a:t>dfgdfgd</a:t>
            </a:r>
          </a:p>
        </p:txBody>
      </p:sp>
      <p:sp>
        <p:nvSpPr>
          <p:cNvPr id="3" name="Date Placeholder 2"/>
          <p:cNvSpPr>
            <a:spLocks noGrp="1"/>
          </p:cNvSpPr>
          <p:nvPr>
            <p:ph type="dt" idx="1"/>
          </p:nvPr>
        </p:nvSpPr>
        <p:spPr>
          <a:xfrm>
            <a:off x="3815377" y="0"/>
            <a:ext cx="2918830" cy="495029"/>
          </a:xfrm>
          <a:prstGeom prst="rect">
            <a:avLst/>
          </a:prstGeom>
        </p:spPr>
        <p:txBody>
          <a:bodyPr vert="horz" lIns="94753" tIns="47377" rIns="94753" bIns="47377" rtlCol="0"/>
          <a:lstStyle>
            <a:lvl1pPr algn="r">
              <a:defRPr sz="1200"/>
            </a:lvl1pPr>
          </a:lstStyle>
          <a:p>
            <a:fld id="{69E6B141-C65A-472C-A01E-FE62230CD7EB}" type="datetimeFigureOut">
              <a:rPr lang="en-US" smtClean="0"/>
              <a:t>1/16/2026</a:t>
            </a:fld>
            <a:endParaRPr lang="en-US"/>
          </a:p>
        </p:txBody>
      </p:sp>
      <p:sp>
        <p:nvSpPr>
          <p:cNvPr id="4" name="Slide Image Placeholder 3"/>
          <p:cNvSpPr>
            <a:spLocks noGrp="1" noRot="1" noChangeAspect="1"/>
          </p:cNvSpPr>
          <p:nvPr>
            <p:ph type="sldImg" idx="2"/>
          </p:nvPr>
        </p:nvSpPr>
        <p:spPr>
          <a:xfrm>
            <a:off x="2219325" y="1233488"/>
            <a:ext cx="2297113" cy="3330575"/>
          </a:xfrm>
          <a:prstGeom prst="rect">
            <a:avLst/>
          </a:prstGeom>
          <a:noFill/>
          <a:ln w="12700">
            <a:solidFill>
              <a:prstClr val="black"/>
            </a:solidFill>
          </a:ln>
        </p:spPr>
        <p:txBody>
          <a:bodyPr vert="horz" lIns="94753" tIns="47377" rIns="94753" bIns="47377" rtlCol="0" anchor="ctr"/>
          <a:lstStyle/>
          <a:p>
            <a:endParaRPr lang="en-US"/>
          </a:p>
        </p:txBody>
      </p:sp>
      <p:sp>
        <p:nvSpPr>
          <p:cNvPr id="5" name="Notes Placeholder 4"/>
          <p:cNvSpPr>
            <a:spLocks noGrp="1"/>
          </p:cNvSpPr>
          <p:nvPr>
            <p:ph type="body" sz="quarter" idx="3"/>
          </p:nvPr>
        </p:nvSpPr>
        <p:spPr>
          <a:xfrm>
            <a:off x="673577" y="4748170"/>
            <a:ext cx="5388610" cy="3884861"/>
          </a:xfrm>
          <a:prstGeom prst="rect">
            <a:avLst/>
          </a:prstGeom>
        </p:spPr>
        <p:txBody>
          <a:bodyPr vert="horz" lIns="94753" tIns="47377" rIns="94753" bIns="4737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371286"/>
            <a:ext cx="2918830" cy="495028"/>
          </a:xfrm>
          <a:prstGeom prst="rect">
            <a:avLst/>
          </a:prstGeom>
        </p:spPr>
        <p:txBody>
          <a:bodyPr vert="horz" lIns="94753" tIns="47377" rIns="94753" bIns="47377" rtlCol="0" anchor="b"/>
          <a:lstStyle>
            <a:lvl1pPr algn="l">
              <a:defRPr sz="1200"/>
            </a:lvl1pPr>
          </a:lstStyle>
          <a:p>
            <a:endParaRPr lang="en-US"/>
          </a:p>
        </p:txBody>
      </p:sp>
      <p:sp>
        <p:nvSpPr>
          <p:cNvPr id="7" name="Slide Number Placeholder 6"/>
          <p:cNvSpPr>
            <a:spLocks noGrp="1"/>
          </p:cNvSpPr>
          <p:nvPr>
            <p:ph type="sldNum" sz="quarter" idx="5"/>
          </p:nvPr>
        </p:nvSpPr>
        <p:spPr>
          <a:xfrm>
            <a:off x="3815377" y="9371286"/>
            <a:ext cx="2918830" cy="495028"/>
          </a:xfrm>
          <a:prstGeom prst="rect">
            <a:avLst/>
          </a:prstGeom>
        </p:spPr>
        <p:txBody>
          <a:bodyPr vert="horz" lIns="94753" tIns="47377" rIns="94753" bIns="47377" rtlCol="0" anchor="b"/>
          <a:lstStyle>
            <a:lvl1pPr algn="r">
              <a:defRPr sz="1200"/>
            </a:lvl1pPr>
          </a:lstStyle>
          <a:p>
            <a:fld id="{DED023D9-D272-48A3-9062-A0B37F954AB8}" type="slidenum">
              <a:rPr lang="en-US" smtClean="0"/>
              <a:t>‹#›</a:t>
            </a:fld>
            <a:endParaRPr lang="en-US"/>
          </a:p>
        </p:txBody>
      </p:sp>
    </p:spTree>
    <p:extLst>
      <p:ext uri="{BB962C8B-B14F-4D97-AF65-F5344CB8AC3E}">
        <p14:creationId xmlns:p14="http://schemas.microsoft.com/office/powerpoint/2010/main" val="4097341273"/>
      </p:ext>
    </p:extLst>
  </p:cSld>
  <p:clrMap bg1="lt1" tx1="dk1" bg2="lt2" tx2="dk2" accent1="accent1" accent2="accent2" accent3="accent3" accent4="accent4" accent5="accent5" accent6="accent6" hlink="hlink" folHlink="folHlink"/>
  <p:hf ftr="0" dt="0"/>
  <p:notesStyle>
    <a:lvl1pPr marL="0" algn="l" defTabSz="952256" rtl="0" eaLnBrk="1" latinLnBrk="0" hangingPunct="1">
      <a:defRPr sz="1200" kern="1200">
        <a:solidFill>
          <a:schemeClr val="tx1"/>
        </a:solidFill>
        <a:latin typeface="+mn-lt"/>
        <a:ea typeface="+mn-ea"/>
        <a:cs typeface="+mn-cs"/>
      </a:defRPr>
    </a:lvl1pPr>
    <a:lvl2pPr marL="476128" algn="l" defTabSz="952256" rtl="0" eaLnBrk="1" latinLnBrk="0" hangingPunct="1">
      <a:defRPr sz="1200" kern="1200">
        <a:solidFill>
          <a:schemeClr val="tx1"/>
        </a:solidFill>
        <a:latin typeface="+mn-lt"/>
        <a:ea typeface="+mn-ea"/>
        <a:cs typeface="+mn-cs"/>
      </a:defRPr>
    </a:lvl2pPr>
    <a:lvl3pPr marL="952256" algn="l" defTabSz="952256" rtl="0" eaLnBrk="1" latinLnBrk="0" hangingPunct="1">
      <a:defRPr sz="1200" kern="1200">
        <a:solidFill>
          <a:schemeClr val="tx1"/>
        </a:solidFill>
        <a:latin typeface="+mn-lt"/>
        <a:ea typeface="+mn-ea"/>
        <a:cs typeface="+mn-cs"/>
      </a:defRPr>
    </a:lvl3pPr>
    <a:lvl4pPr marL="1428384" algn="l" defTabSz="952256" rtl="0" eaLnBrk="1" latinLnBrk="0" hangingPunct="1">
      <a:defRPr sz="1200" kern="1200">
        <a:solidFill>
          <a:schemeClr val="tx1"/>
        </a:solidFill>
        <a:latin typeface="+mn-lt"/>
        <a:ea typeface="+mn-ea"/>
        <a:cs typeface="+mn-cs"/>
      </a:defRPr>
    </a:lvl4pPr>
    <a:lvl5pPr marL="1904512" algn="l" defTabSz="952256" rtl="0" eaLnBrk="1" latinLnBrk="0" hangingPunct="1">
      <a:defRPr sz="1200" kern="1200">
        <a:solidFill>
          <a:schemeClr val="tx1"/>
        </a:solidFill>
        <a:latin typeface="+mn-lt"/>
        <a:ea typeface="+mn-ea"/>
        <a:cs typeface="+mn-cs"/>
      </a:defRPr>
    </a:lvl5pPr>
    <a:lvl6pPr marL="2380640" algn="l" defTabSz="952256" rtl="0" eaLnBrk="1" latinLnBrk="0" hangingPunct="1">
      <a:defRPr sz="1200" kern="1200">
        <a:solidFill>
          <a:schemeClr val="tx1"/>
        </a:solidFill>
        <a:latin typeface="+mn-lt"/>
        <a:ea typeface="+mn-ea"/>
        <a:cs typeface="+mn-cs"/>
      </a:defRPr>
    </a:lvl6pPr>
    <a:lvl7pPr marL="2856768" algn="l" defTabSz="952256" rtl="0" eaLnBrk="1" latinLnBrk="0" hangingPunct="1">
      <a:defRPr sz="1200" kern="1200">
        <a:solidFill>
          <a:schemeClr val="tx1"/>
        </a:solidFill>
        <a:latin typeface="+mn-lt"/>
        <a:ea typeface="+mn-ea"/>
        <a:cs typeface="+mn-cs"/>
      </a:defRPr>
    </a:lvl7pPr>
    <a:lvl8pPr marL="3332897" algn="l" defTabSz="952256" rtl="0" eaLnBrk="1" latinLnBrk="0" hangingPunct="1">
      <a:defRPr sz="1200" kern="1200">
        <a:solidFill>
          <a:schemeClr val="tx1"/>
        </a:solidFill>
        <a:latin typeface="+mn-lt"/>
        <a:ea typeface="+mn-ea"/>
        <a:cs typeface="+mn-cs"/>
      </a:defRPr>
    </a:lvl8pPr>
    <a:lvl9pPr marL="3809025" algn="l" defTabSz="95225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ADFEFB6-E833-034A-25EF-FAE5422C3C3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2DAB603-5FE3-6897-5F26-E035CD02B8A0}"/>
              </a:ext>
            </a:extLst>
          </p:cNvPr>
          <p:cNvSpPr>
            <a:spLocks noGrp="1" noRot="1" noChangeAspect="1"/>
          </p:cNvSpPr>
          <p:nvPr>
            <p:ph type="sldImg"/>
          </p:nvPr>
        </p:nvSpPr>
        <p:spPr>
          <a:xfrm>
            <a:off x="2219325" y="1233488"/>
            <a:ext cx="2297113" cy="3330575"/>
          </a:xfrm>
        </p:spPr>
      </p:sp>
      <p:sp>
        <p:nvSpPr>
          <p:cNvPr id="3" name="Notes Placeholder 2">
            <a:extLst>
              <a:ext uri="{FF2B5EF4-FFF2-40B4-BE49-F238E27FC236}">
                <a16:creationId xmlns="" xmlns:a16="http://schemas.microsoft.com/office/drawing/2014/main" id="{F36F1863-EF76-EDB6-A218-81EF5E3849B8}"/>
              </a:ext>
            </a:extLst>
          </p:cNvPr>
          <p:cNvSpPr>
            <a:spLocks noGrp="1"/>
          </p:cNvSpPr>
          <p:nvPr>
            <p:ph type="body" idx="1"/>
          </p:nvPr>
        </p:nvSpPr>
        <p:spPr/>
        <p:txBody>
          <a:bodyPr/>
          <a:lstStyle/>
          <a:p>
            <a:endParaRPr lang="ko-KR" altLang="en-US"/>
          </a:p>
        </p:txBody>
      </p:sp>
      <p:sp>
        <p:nvSpPr>
          <p:cNvPr id="4" name="Header Placeholder 3">
            <a:extLst>
              <a:ext uri="{FF2B5EF4-FFF2-40B4-BE49-F238E27FC236}">
                <a16:creationId xmlns="" xmlns:a16="http://schemas.microsoft.com/office/drawing/2014/main" id="{1834B8A1-8ED7-4FC0-EEDF-3AA4E8CF8F6E}"/>
              </a:ext>
            </a:extLst>
          </p:cNvPr>
          <p:cNvSpPr>
            <a:spLocks noGrp="1"/>
          </p:cNvSpPr>
          <p:nvPr>
            <p:ph type="hdr" sz="quarter" idx="10"/>
          </p:nvPr>
        </p:nvSpPr>
        <p:spPr/>
        <p:txBody>
          <a:bodyPr/>
          <a:lstStyle/>
          <a:p>
            <a:r>
              <a:rPr lang="en-US"/>
              <a:t>dfgdfgd</a:t>
            </a:r>
          </a:p>
        </p:txBody>
      </p:sp>
      <p:sp>
        <p:nvSpPr>
          <p:cNvPr id="5" name="Slide Number Placeholder 4">
            <a:extLst>
              <a:ext uri="{FF2B5EF4-FFF2-40B4-BE49-F238E27FC236}">
                <a16:creationId xmlns="" xmlns:a16="http://schemas.microsoft.com/office/drawing/2014/main" id="{FDB86DD1-F2B4-3783-B31D-619819769EB8}"/>
              </a:ext>
            </a:extLst>
          </p:cNvPr>
          <p:cNvSpPr>
            <a:spLocks noGrp="1"/>
          </p:cNvSpPr>
          <p:nvPr>
            <p:ph type="sldNum" sz="quarter" idx="11"/>
          </p:nvPr>
        </p:nvSpPr>
        <p:spPr/>
        <p:txBody>
          <a:bodyPr/>
          <a:lstStyle/>
          <a:p>
            <a:fld id="{DED023D9-D272-48A3-9062-A0B37F954AB8}" type="slidenum">
              <a:rPr lang="en-US" smtClean="0"/>
              <a:t>1</a:t>
            </a:fld>
            <a:endParaRPr lang="en-US"/>
          </a:p>
        </p:txBody>
      </p:sp>
    </p:spTree>
    <p:extLst>
      <p:ext uri="{BB962C8B-B14F-4D97-AF65-F5344CB8AC3E}">
        <p14:creationId xmlns:p14="http://schemas.microsoft.com/office/powerpoint/2010/main" val="275066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acher's Page">
    <p:spTree>
      <p:nvGrpSpPr>
        <p:cNvPr id="1" name=""/>
        <p:cNvGrpSpPr/>
        <p:nvPr/>
      </p:nvGrpSpPr>
      <p:grpSpPr>
        <a:xfrm>
          <a:off x="0" y="0"/>
          <a:ext cx="0" cy="0"/>
          <a:chOff x="0" y="0"/>
          <a:chExt cx="0" cy="0"/>
        </a:xfrm>
      </p:grpSpPr>
      <p:sp>
        <p:nvSpPr>
          <p:cNvPr id="20" name="Rectangle 19"/>
          <p:cNvSpPr/>
          <p:nvPr userDrawn="1"/>
        </p:nvSpPr>
        <p:spPr>
          <a:xfrm>
            <a:off x="477169" y="9720003"/>
            <a:ext cx="6175125" cy="2252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dirty="0">
                <a:solidFill>
                  <a:schemeClr val="tx1"/>
                </a:solidFill>
                <a:cs typeface="Arial"/>
              </a:rPr>
              <a:t>Filename: </a:t>
            </a:r>
            <a:endParaRPr lang="ko-KR" altLang="ko-KR" sz="1100" dirty="0">
              <a:solidFill>
                <a:schemeClr val="tx1"/>
              </a:solidFill>
              <a:cs typeface="Arial"/>
            </a:endParaRPr>
          </a:p>
        </p:txBody>
      </p:sp>
    </p:spTree>
    <p:extLst>
      <p:ext uri="{BB962C8B-B14F-4D97-AF65-F5344CB8AC3E}">
        <p14:creationId xmlns:p14="http://schemas.microsoft.com/office/powerpoint/2010/main" val="376874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ocabulary Review">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6" name="AutoShape 7">
              <a:extLst>
                <a:ext uri="{FF2B5EF4-FFF2-40B4-BE49-F238E27FC236}">
                  <a16:creationId xmlns=""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7" name="Text Box 8">
              <a:extLst>
                <a:ext uri="{FF2B5EF4-FFF2-40B4-BE49-F238E27FC236}">
                  <a16:creationId xmlns=""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Vocabulary Review</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716074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rm-up">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3" name="AutoShape 7">
              <a:extLst>
                <a:ext uri="{FF2B5EF4-FFF2-40B4-BE49-F238E27FC236}">
                  <a16:creationId xmlns=""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4" name="Text Box 8">
              <a:extLst>
                <a:ext uri="{FF2B5EF4-FFF2-40B4-BE49-F238E27FC236}">
                  <a16:creationId xmlns=""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Warm-up</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83776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Practice">
    <p:spTree>
      <p:nvGrpSpPr>
        <p:cNvPr id="1" name=""/>
        <p:cNvGrpSpPr/>
        <p:nvPr/>
      </p:nvGrpSpPr>
      <p:grpSpPr>
        <a:xfrm>
          <a:off x="0" y="0"/>
          <a:ext cx="0" cy="0"/>
          <a:chOff x="0" y="0"/>
          <a:chExt cx="0" cy="0"/>
        </a:xfrm>
      </p:grpSpPr>
      <p:grpSp>
        <p:nvGrpSpPr>
          <p:cNvPr id="8" name="Group 7">
            <a:extLst>
              <a:ext uri="{FF2B5EF4-FFF2-40B4-BE49-F238E27FC236}">
                <a16:creationId xmlns=""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9" name="AutoShape 7">
              <a:extLst>
                <a:ext uri="{FF2B5EF4-FFF2-40B4-BE49-F238E27FC236}">
                  <a16:creationId xmlns=""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10" name="Text Box 8">
              <a:extLst>
                <a:ext uri="{FF2B5EF4-FFF2-40B4-BE49-F238E27FC236}">
                  <a16:creationId xmlns=""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Practice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802440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Production">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6" name="AutoShape 7">
              <a:extLst>
                <a:ext uri="{FF2B5EF4-FFF2-40B4-BE49-F238E27FC236}">
                  <a16:creationId xmlns=""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7" name="Text Box 8">
              <a:extLst>
                <a:ext uri="{FF2B5EF4-FFF2-40B4-BE49-F238E27FC236}">
                  <a16:creationId xmlns=""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Production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906658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losure">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6" name="AutoShape 7">
              <a:extLst>
                <a:ext uri="{FF2B5EF4-FFF2-40B4-BE49-F238E27FC236}">
                  <a16:creationId xmlns=""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7" name="Text Box 8">
              <a:extLst>
                <a:ext uri="{FF2B5EF4-FFF2-40B4-BE49-F238E27FC236}">
                  <a16:creationId xmlns=""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Closure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641153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bordered)">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Tree>
    <p:extLst>
      <p:ext uri="{BB962C8B-B14F-4D97-AF65-F5344CB8AC3E}">
        <p14:creationId xmlns:p14="http://schemas.microsoft.com/office/powerpoint/2010/main" val="4290798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no border)">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
        <p:nvSpPr>
          <p:cNvPr id="3" name="Rectangle 2"/>
          <p:cNvSpPr/>
          <p:nvPr userDrawn="1"/>
        </p:nvSpPr>
        <p:spPr>
          <a:xfrm>
            <a:off x="121632" y="120699"/>
            <a:ext cx="6886200" cy="10060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spTree>
    <p:extLst>
      <p:ext uri="{BB962C8B-B14F-4D97-AF65-F5344CB8AC3E}">
        <p14:creationId xmlns:p14="http://schemas.microsoft.com/office/powerpoint/2010/main" val="393235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5F572279-2C41-4593-AFA1-A85317F4027D}"/>
              </a:ext>
            </a:extLst>
          </p:cNvPr>
          <p:cNvSpPr/>
          <p:nvPr userDrawn="1"/>
        </p:nvSpPr>
        <p:spPr>
          <a:xfrm>
            <a:off x="233907" y="247141"/>
            <a:ext cx="6661650" cy="9835581"/>
          </a:xfrm>
          <a:prstGeom prst="rect">
            <a:avLst/>
          </a:prstGeom>
          <a:noFill/>
          <a:ln w="50800" cmpd="thinThick">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grpSp>
        <p:nvGrpSpPr>
          <p:cNvPr id="2" name="Group 1"/>
          <p:cNvGrpSpPr/>
          <p:nvPr userDrawn="1"/>
        </p:nvGrpSpPr>
        <p:grpSpPr>
          <a:xfrm>
            <a:off x="478655" y="432296"/>
            <a:ext cx="6175125" cy="755385"/>
            <a:chOff x="460429" y="414557"/>
            <a:chExt cx="5940000" cy="724389"/>
          </a:xfrm>
        </p:grpSpPr>
        <p:grpSp>
          <p:nvGrpSpPr>
            <p:cNvPr id="9" name="Group 8">
              <a:extLst>
                <a:ext uri="{FF2B5EF4-FFF2-40B4-BE49-F238E27FC236}">
                  <a16:creationId xmlns="" xmlns:a16="http://schemas.microsoft.com/office/drawing/2014/main" id="{AA890661-4339-4EA7-B73B-1A3605EAB6A1}"/>
                </a:ext>
              </a:extLst>
            </p:cNvPr>
            <p:cNvGrpSpPr/>
            <p:nvPr userDrawn="1"/>
          </p:nvGrpSpPr>
          <p:grpSpPr>
            <a:xfrm>
              <a:off x="460429" y="438642"/>
              <a:ext cx="5940000" cy="700304"/>
              <a:chOff x="640080" y="491982"/>
              <a:chExt cx="5940000" cy="700304"/>
            </a:xfrm>
          </p:grpSpPr>
          <p:pic>
            <p:nvPicPr>
              <p:cNvPr id="10" name="Picture 9">
                <a:extLst>
                  <a:ext uri="{FF2B5EF4-FFF2-40B4-BE49-F238E27FC236}">
                    <a16:creationId xmlns="" xmlns:a16="http://schemas.microsoft.com/office/drawing/2014/main" id="{1EEA448C-B610-4AFB-8B6B-E279B58D7BFE}"/>
                  </a:ext>
                </a:extLst>
              </p:cNvPr>
              <p:cNvPicPr/>
              <p:nvPr/>
            </p:nvPicPr>
            <p:blipFill>
              <a:blip r:embed="rId10" cstate="print"/>
              <a:srcRect/>
              <a:stretch>
                <a:fillRect/>
              </a:stretch>
            </p:blipFill>
            <p:spPr bwMode="auto">
              <a:xfrm>
                <a:off x="660082" y="491982"/>
                <a:ext cx="712470" cy="601980"/>
              </a:xfrm>
              <a:prstGeom prst="rect">
                <a:avLst/>
              </a:prstGeom>
              <a:noFill/>
              <a:ln w="9525">
                <a:noFill/>
                <a:miter lim="800000"/>
                <a:headEnd/>
                <a:tailEnd/>
              </a:ln>
            </p:spPr>
          </p:pic>
          <p:cxnSp>
            <p:nvCxnSpPr>
              <p:cNvPr id="11" name="AutoShape 8">
                <a:extLst>
                  <a:ext uri="{FF2B5EF4-FFF2-40B4-BE49-F238E27FC236}">
                    <a16:creationId xmlns="" xmlns:a16="http://schemas.microsoft.com/office/drawing/2014/main" id="{53F5BD7D-4C79-44B2-A451-6E7D84517EE7}"/>
                  </a:ext>
                </a:extLst>
              </p:cNvPr>
              <p:cNvCxnSpPr>
                <a:cxnSpLocks noChangeShapeType="1"/>
              </p:cNvCxnSpPr>
              <p:nvPr/>
            </p:nvCxnSpPr>
            <p:spPr bwMode="auto">
              <a:xfrm>
                <a:off x="640080" y="1192286"/>
                <a:ext cx="5940000"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grpSp>
        <p:sp>
          <p:nvSpPr>
            <p:cNvPr id="12" name="Rectangle 4">
              <a:extLst>
                <a:ext uri="{FF2B5EF4-FFF2-40B4-BE49-F238E27FC236}">
                  <a16:creationId xmlns="" xmlns:a16="http://schemas.microsoft.com/office/drawing/2014/main" id="{8E10F8AF-C7B2-4D9C-860D-2A3602C657EF}"/>
                </a:ext>
              </a:extLst>
            </p:cNvPr>
            <p:cNvSpPr>
              <a:spLocks noChangeArrowheads="1"/>
            </p:cNvSpPr>
            <p:nvPr userDrawn="1"/>
          </p:nvSpPr>
          <p:spPr bwMode="auto">
            <a:xfrm>
              <a:off x="1283969" y="782963"/>
              <a:ext cx="5116459" cy="26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9pPr>
            </a:lstStyle>
            <a:p>
              <a:pPr marR="0" lvl="0" algn="l" defTabSz="952256" rtl="0" eaLnBrk="0" fontAlgn="base" latinLnBrk="0" hangingPunct="0">
                <a:lnSpc>
                  <a:spcPct val="100000"/>
                </a:lnSpc>
                <a:spcBef>
                  <a:spcPct val="0"/>
                </a:spcBef>
                <a:spcAft>
                  <a:spcPct val="0"/>
                </a:spcAft>
                <a:buClrTx/>
                <a:buSzTx/>
                <a:buFontTx/>
                <a:buNone/>
                <a:tabLst>
                  <a:tab pos="5968133" algn="r"/>
                </a:tabLst>
              </a:pPr>
              <a:r>
                <a:rPr kumimoji="0" lang="en-US" altLang="ko-KR" sz="1200" b="1"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Skill Lesson</a:t>
              </a:r>
              <a:endParaRPr kumimoji="0" lang="en-US" altLang="ko-KR" sz="2100" b="0" i="0" u="none" strike="noStrike" cap="none" normalizeH="0" baseline="0" dirty="0">
                <a:ln>
                  <a:noFill/>
                </a:ln>
                <a:solidFill>
                  <a:schemeClr val="tx1"/>
                </a:solidFill>
                <a:effectLst/>
                <a:latin typeface="+mn-lt"/>
              </a:endParaRPr>
            </a:p>
          </p:txBody>
        </p:sp>
        <p:sp>
          <p:nvSpPr>
            <p:cNvPr id="13" name="TextBox 12">
              <a:extLst>
                <a:ext uri="{FF2B5EF4-FFF2-40B4-BE49-F238E27FC236}">
                  <a16:creationId xmlns="" xmlns:a16="http://schemas.microsoft.com/office/drawing/2014/main" id="{762B1519-8952-470A-9216-C9CDECEB34A4}"/>
                </a:ext>
              </a:extLst>
            </p:cNvPr>
            <p:cNvSpPr txBox="1"/>
            <p:nvPr userDrawn="1"/>
          </p:nvSpPr>
          <p:spPr>
            <a:xfrm>
              <a:off x="1283969" y="414557"/>
              <a:ext cx="5116460" cy="413524"/>
            </a:xfrm>
            <a:prstGeom prst="rect">
              <a:avLst/>
            </a:prstGeom>
            <a:noFill/>
          </p:spPr>
          <p:txBody>
            <a:bodyPr wrap="square" tIns="0" bIns="0">
              <a:normAutofit/>
            </a:bodyPr>
            <a:lstStyle/>
            <a:p>
              <a:pPr>
                <a:lnSpc>
                  <a:spcPct val="100000"/>
                </a:lnSpc>
                <a:spcAft>
                  <a:spcPts val="0"/>
                </a:spcAft>
                <a:tabLst>
                  <a:tab pos="2984397" algn="ctr"/>
                  <a:tab pos="5968795" algn="r"/>
                </a:tabLst>
              </a:pPr>
              <a:r>
                <a:rPr lang="en-US" sz="2500" b="1" kern="1400" spc="26" dirty="0" smtClean="0">
                  <a:solidFill>
                    <a:srgbClr val="17365D"/>
                  </a:solidFill>
                  <a:effectLst/>
                </a:rPr>
                <a:t>Topic</a:t>
              </a:r>
              <a:endParaRPr lang="en-US" sz="700" b="1" dirty="0">
                <a:solidFill>
                  <a:srgbClr val="17365D"/>
                </a:solidFill>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4267411456"/>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73" r:id="rId3"/>
    <p:sldLayoutId id="2147483675" r:id="rId4"/>
    <p:sldLayoutId id="2147483676" r:id="rId5"/>
    <p:sldLayoutId id="2147483677" r:id="rId6"/>
    <p:sldLayoutId id="2147483667" r:id="rId7"/>
    <p:sldLayoutId id="2147483678" r:id="rId8"/>
  </p:sldLayoutIdLst>
  <p:txStyles>
    <p:titleStyle>
      <a:lvl1pPr algn="l" defTabSz="714192"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178548" indent="-178548" algn="l" defTabSz="714192" rtl="0" eaLnBrk="1" latinLnBrk="0" hangingPunct="1">
        <a:lnSpc>
          <a:spcPct val="90000"/>
        </a:lnSpc>
        <a:spcBef>
          <a:spcPts val="781"/>
        </a:spcBef>
        <a:buFont typeface="Arial" panose="020B0604020202020204" pitchFamily="34" charset="0"/>
        <a:buChar char="•"/>
        <a:defRPr sz="2200" kern="1200">
          <a:solidFill>
            <a:schemeClr val="tx1"/>
          </a:solidFill>
          <a:latin typeface="+mn-lt"/>
          <a:ea typeface="+mn-ea"/>
          <a:cs typeface="+mn-cs"/>
        </a:defRPr>
      </a:lvl1pPr>
      <a:lvl2pPr marL="535644" indent="-178548" algn="l" defTabSz="714192" rtl="0" eaLnBrk="1" latinLnBrk="0" hangingPunct="1">
        <a:lnSpc>
          <a:spcPct val="90000"/>
        </a:lnSpc>
        <a:spcBef>
          <a:spcPts val="391"/>
        </a:spcBef>
        <a:buFont typeface="Arial" panose="020B0604020202020204" pitchFamily="34" charset="0"/>
        <a:buChar char="•"/>
        <a:defRPr sz="1900" kern="1200">
          <a:solidFill>
            <a:schemeClr val="tx1"/>
          </a:solidFill>
          <a:latin typeface="+mn-lt"/>
          <a:ea typeface="+mn-ea"/>
          <a:cs typeface="+mn-cs"/>
        </a:defRPr>
      </a:lvl2pPr>
      <a:lvl3pPr marL="892740" indent="-178548" algn="l" defTabSz="714192" rtl="0" eaLnBrk="1" latinLnBrk="0" hangingPunct="1">
        <a:lnSpc>
          <a:spcPct val="90000"/>
        </a:lnSpc>
        <a:spcBef>
          <a:spcPts val="391"/>
        </a:spcBef>
        <a:buFont typeface="Arial" panose="020B0604020202020204" pitchFamily="34" charset="0"/>
        <a:buChar char="•"/>
        <a:defRPr sz="1600" kern="1200">
          <a:solidFill>
            <a:schemeClr val="tx1"/>
          </a:solidFill>
          <a:latin typeface="+mn-lt"/>
          <a:ea typeface="+mn-ea"/>
          <a:cs typeface="+mn-cs"/>
        </a:defRPr>
      </a:lvl3pPr>
      <a:lvl4pPr marL="1249836"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4pPr>
      <a:lvl5pPr marL="1606932"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5pPr>
      <a:lvl6pPr marL="1964028"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6pPr>
      <a:lvl7pPr marL="2321124"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7pPr>
      <a:lvl8pPr marL="2678220"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8pPr>
      <a:lvl9pPr marL="3035317"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714192" rtl="0" eaLnBrk="1" latinLnBrk="0" hangingPunct="1">
        <a:defRPr sz="1400" kern="1200">
          <a:solidFill>
            <a:schemeClr val="tx1"/>
          </a:solidFill>
          <a:latin typeface="+mn-lt"/>
          <a:ea typeface="+mn-ea"/>
          <a:cs typeface="+mn-cs"/>
        </a:defRPr>
      </a:lvl1pPr>
      <a:lvl2pPr marL="357096" algn="l" defTabSz="714192" rtl="0" eaLnBrk="1" latinLnBrk="0" hangingPunct="1">
        <a:defRPr sz="1400" kern="1200">
          <a:solidFill>
            <a:schemeClr val="tx1"/>
          </a:solidFill>
          <a:latin typeface="+mn-lt"/>
          <a:ea typeface="+mn-ea"/>
          <a:cs typeface="+mn-cs"/>
        </a:defRPr>
      </a:lvl2pPr>
      <a:lvl3pPr marL="714192" algn="l" defTabSz="714192" rtl="0" eaLnBrk="1" latinLnBrk="0" hangingPunct="1">
        <a:defRPr sz="1400" kern="1200">
          <a:solidFill>
            <a:schemeClr val="tx1"/>
          </a:solidFill>
          <a:latin typeface="+mn-lt"/>
          <a:ea typeface="+mn-ea"/>
          <a:cs typeface="+mn-cs"/>
        </a:defRPr>
      </a:lvl3pPr>
      <a:lvl4pPr marL="1071288" algn="l" defTabSz="714192" rtl="0" eaLnBrk="1" latinLnBrk="0" hangingPunct="1">
        <a:defRPr sz="1400" kern="1200">
          <a:solidFill>
            <a:schemeClr val="tx1"/>
          </a:solidFill>
          <a:latin typeface="+mn-lt"/>
          <a:ea typeface="+mn-ea"/>
          <a:cs typeface="+mn-cs"/>
        </a:defRPr>
      </a:lvl4pPr>
      <a:lvl5pPr marL="1428384" algn="l" defTabSz="714192" rtl="0" eaLnBrk="1" latinLnBrk="0" hangingPunct="1">
        <a:defRPr sz="1400" kern="1200">
          <a:solidFill>
            <a:schemeClr val="tx1"/>
          </a:solidFill>
          <a:latin typeface="+mn-lt"/>
          <a:ea typeface="+mn-ea"/>
          <a:cs typeface="+mn-cs"/>
        </a:defRPr>
      </a:lvl5pPr>
      <a:lvl6pPr marL="1785480" algn="l" defTabSz="714192" rtl="0" eaLnBrk="1" latinLnBrk="0" hangingPunct="1">
        <a:defRPr sz="1400" kern="1200">
          <a:solidFill>
            <a:schemeClr val="tx1"/>
          </a:solidFill>
          <a:latin typeface="+mn-lt"/>
          <a:ea typeface="+mn-ea"/>
          <a:cs typeface="+mn-cs"/>
        </a:defRPr>
      </a:lvl6pPr>
      <a:lvl7pPr marL="2142576" algn="l" defTabSz="714192" rtl="0" eaLnBrk="1" latinLnBrk="0" hangingPunct="1">
        <a:defRPr sz="1400" kern="1200">
          <a:solidFill>
            <a:schemeClr val="tx1"/>
          </a:solidFill>
          <a:latin typeface="+mn-lt"/>
          <a:ea typeface="+mn-ea"/>
          <a:cs typeface="+mn-cs"/>
        </a:defRPr>
      </a:lvl7pPr>
      <a:lvl8pPr marL="2499672" algn="l" defTabSz="714192" rtl="0" eaLnBrk="1" latinLnBrk="0" hangingPunct="1">
        <a:defRPr sz="1400" kern="1200">
          <a:solidFill>
            <a:schemeClr val="tx1"/>
          </a:solidFill>
          <a:latin typeface="+mn-lt"/>
          <a:ea typeface="+mn-ea"/>
          <a:cs typeface="+mn-cs"/>
        </a:defRPr>
      </a:lvl8pPr>
      <a:lvl9pPr marL="2856768" algn="l" defTabSz="714192"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3E84D5F-D6AD-884A-0D46-B89D55410F0B}"/>
            </a:ext>
          </a:extLst>
        </p:cNvPr>
        <p:cNvGrpSpPr/>
        <p:nvPr/>
      </p:nvGrpSpPr>
      <p:grpSpPr>
        <a:xfrm>
          <a:off x="0" y="0"/>
          <a:ext cx="0" cy="0"/>
          <a:chOff x="0" y="0"/>
          <a:chExt cx="0" cy="0"/>
        </a:xfrm>
      </p:grpSpPr>
      <p:graphicFrame>
        <p:nvGraphicFramePr>
          <p:cNvPr id="15" name="Table 14">
            <a:extLst>
              <a:ext uri="{FF2B5EF4-FFF2-40B4-BE49-F238E27FC236}">
                <a16:creationId xmlns="" xmlns:a16="http://schemas.microsoft.com/office/drawing/2014/main" id="{BDF6F3F5-8A5D-79D1-AEE1-05AA96F4CC3D}"/>
              </a:ext>
            </a:extLst>
          </p:cNvPr>
          <p:cNvGraphicFramePr>
            <a:graphicFrameLocks noGrp="1"/>
          </p:cNvGraphicFramePr>
          <p:nvPr>
            <p:extLst>
              <p:ext uri="{D42A27DB-BD31-4B8C-83A1-F6EECF244321}">
                <p14:modId xmlns:p14="http://schemas.microsoft.com/office/powerpoint/2010/main" val="1979917445"/>
              </p:ext>
            </p:extLst>
          </p:nvPr>
        </p:nvGraphicFramePr>
        <p:xfrm>
          <a:off x="477169" y="1560158"/>
          <a:ext cx="6175125" cy="900968"/>
        </p:xfrm>
        <a:graphic>
          <a:graphicData uri="http://schemas.openxmlformats.org/drawingml/2006/table">
            <a:tbl>
              <a:tblPr>
                <a:tableStyleId>{5C22544A-7EE6-4342-B048-85BDC9FD1C3A}</a:tableStyleId>
              </a:tblPr>
              <a:tblGrid>
                <a:gridCol w="1122750">
                  <a:extLst>
                    <a:ext uri="{9D8B030D-6E8A-4147-A177-3AD203B41FA5}">
                      <a16:colId xmlns="" xmlns:a16="http://schemas.microsoft.com/office/drawing/2014/main" val="20000"/>
                    </a:ext>
                  </a:extLst>
                </a:gridCol>
                <a:gridCol w="2170650">
                  <a:extLst>
                    <a:ext uri="{9D8B030D-6E8A-4147-A177-3AD203B41FA5}">
                      <a16:colId xmlns="" xmlns:a16="http://schemas.microsoft.com/office/drawing/2014/main" val="20001"/>
                    </a:ext>
                  </a:extLst>
                </a:gridCol>
                <a:gridCol w="1122750">
                  <a:extLst>
                    <a:ext uri="{9D8B030D-6E8A-4147-A177-3AD203B41FA5}">
                      <a16:colId xmlns="" xmlns:a16="http://schemas.microsoft.com/office/drawing/2014/main" val="20002"/>
                    </a:ext>
                  </a:extLst>
                </a:gridCol>
                <a:gridCol w="1758975">
                  <a:extLst>
                    <a:ext uri="{9D8B030D-6E8A-4147-A177-3AD203B41FA5}">
                      <a16:colId xmlns="" xmlns:a16="http://schemas.microsoft.com/office/drawing/2014/main" val="20003"/>
                    </a:ext>
                  </a:extLst>
                </a:gridCol>
              </a:tblGrid>
              <a:tr h="225242">
                <a:tc>
                  <a:txBody>
                    <a:bodyPr/>
                    <a:lstStyle/>
                    <a:p>
                      <a:pPr latinLnBrk="0">
                        <a:lnSpc>
                          <a:spcPct val="100000"/>
                        </a:lnSpc>
                        <a:spcAft>
                          <a:spcPts val="0"/>
                        </a:spcAft>
                      </a:pPr>
                      <a:r>
                        <a:rPr lang="en-US" sz="1000" b="1" i="1" dirty="0">
                          <a:effectLst/>
                          <a:latin typeface="+mn-lt"/>
                        </a:rPr>
                        <a:t>Lesson Creator: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Level: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25242">
                <a:tc>
                  <a:txBody>
                    <a:bodyPr/>
                    <a:lstStyle/>
                    <a:p>
                      <a:pPr latinLnBrk="0">
                        <a:lnSpc>
                          <a:spcPct val="100000"/>
                        </a:lnSpc>
                        <a:spcAft>
                          <a:spcPts val="0"/>
                        </a:spcAft>
                      </a:pPr>
                      <a:r>
                        <a:rPr lang="en-US" sz="1000" b="1" i="1" dirty="0">
                          <a:effectLst/>
                          <a:latin typeface="+mn-lt"/>
                        </a:rPr>
                        <a:t>Reviewer: </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Focus: (SP/WR)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225242">
                <a:tc>
                  <a:txBody>
                    <a:bodyPr/>
                    <a:lstStyle/>
                    <a:p>
                      <a:pPr latinLnBrk="0">
                        <a:lnSpc>
                          <a:spcPct val="100000"/>
                        </a:lnSpc>
                        <a:spcAft>
                          <a:spcPts val="0"/>
                        </a:spcAft>
                      </a:pPr>
                      <a:r>
                        <a:rPr lang="en-US" sz="1000" b="1" i="1" dirty="0" smtClean="0">
                          <a:effectLst/>
                          <a:latin typeface="+mn-lt"/>
                        </a:rPr>
                        <a:t>Topic:</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latinLnBrk="0">
                        <a:lnSpc>
                          <a:spcPct val="100000"/>
                        </a:lnSpc>
                        <a:spcAft>
                          <a:spcPts val="0"/>
                        </a:spcAft>
                      </a:pPr>
                      <a:endParaRPr lang="en-US" alt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dirty="0"/>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225242">
                <a:tc>
                  <a:txBody>
                    <a:bodyPr/>
                    <a:lstStyle/>
                    <a:p>
                      <a:pPr latinLnBrk="0">
                        <a:lnSpc>
                          <a:spcPct val="100000"/>
                        </a:lnSpc>
                        <a:spcAft>
                          <a:spcPts val="0"/>
                        </a:spcAft>
                      </a:pPr>
                      <a:r>
                        <a:rPr lang="en-US" sz="1000" b="1" i="1" dirty="0">
                          <a:effectLst/>
                          <a:latin typeface="+mn-lt"/>
                        </a:rPr>
                        <a:t>Skill: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 xmlns:a16="http://schemas.microsoft.com/office/drawing/2014/main" val="10004"/>
                  </a:ext>
                </a:extLst>
              </a:tr>
            </a:tbl>
          </a:graphicData>
        </a:graphic>
      </p:graphicFrame>
      <p:sp>
        <p:nvSpPr>
          <p:cNvPr id="16" name="Rectangle 15">
            <a:extLst>
              <a:ext uri="{FF2B5EF4-FFF2-40B4-BE49-F238E27FC236}">
                <a16:creationId xmlns="" xmlns:a16="http://schemas.microsoft.com/office/drawing/2014/main" id="{3B4FC8DA-DE6E-9A0E-CA27-A7CE6545A609}"/>
              </a:ext>
            </a:extLst>
          </p:cNvPr>
          <p:cNvSpPr/>
          <p:nvPr/>
        </p:nvSpPr>
        <p:spPr>
          <a:xfrm>
            <a:off x="477169" y="1276055"/>
            <a:ext cx="1099126" cy="272804"/>
          </a:xfrm>
          <a:prstGeom prst="rect">
            <a:avLst/>
          </a:prstGeom>
        </p:spPr>
        <p:txBody>
          <a:bodyPr wrap="square" lIns="95226" tIns="47613" rIns="95226" bIns="47613">
            <a:spAutoFit/>
          </a:bodyPr>
          <a:lstStyle/>
          <a:p>
            <a:pPr latinLnBrk="1"/>
            <a:r>
              <a:rPr lang="en-US" altLang="ko-KR" sz="1100" b="1" i="1" dirty="0"/>
              <a:t>What to teach?</a:t>
            </a:r>
            <a:endParaRPr lang="ko-KR" altLang="ko-KR" sz="1100" dirty="0"/>
          </a:p>
        </p:txBody>
      </p:sp>
      <p:sp>
        <p:nvSpPr>
          <p:cNvPr id="17" name="Rectangle 16">
            <a:extLst>
              <a:ext uri="{FF2B5EF4-FFF2-40B4-BE49-F238E27FC236}">
                <a16:creationId xmlns="" xmlns:a16="http://schemas.microsoft.com/office/drawing/2014/main" id="{24C1E7C3-1A3C-9CCF-F83F-CB72903B8595}"/>
              </a:ext>
            </a:extLst>
          </p:cNvPr>
          <p:cNvSpPr/>
          <p:nvPr/>
        </p:nvSpPr>
        <p:spPr>
          <a:xfrm>
            <a:off x="4937326" y="1276055"/>
            <a:ext cx="1528874" cy="272804"/>
          </a:xfrm>
          <a:prstGeom prst="rect">
            <a:avLst/>
          </a:prstGeom>
        </p:spPr>
        <p:txBody>
          <a:bodyPr wrap="square" lIns="95226" tIns="47613" rIns="95226" bIns="47613">
            <a:spAutoFit/>
          </a:bodyPr>
          <a:lstStyle/>
          <a:p>
            <a:pPr algn="r" latinLnBrk="1"/>
            <a:r>
              <a:rPr lang="en-US" altLang="ko-KR" sz="1100" b="1" i="1" dirty="0" smtClean="0">
                <a:solidFill>
                  <a:schemeClr val="bg1">
                    <a:lumMod val="75000"/>
                  </a:schemeClr>
                </a:solidFill>
              </a:rPr>
              <a:t>Jan 2026 Template</a:t>
            </a:r>
            <a:endParaRPr lang="ko-KR" altLang="ko-KR" sz="1100" b="1" dirty="0">
              <a:solidFill>
                <a:schemeClr val="bg1">
                  <a:lumMod val="75000"/>
                </a:schemeClr>
              </a:solidFill>
            </a:endParaRPr>
          </a:p>
        </p:txBody>
      </p:sp>
      <p:sp>
        <p:nvSpPr>
          <p:cNvPr id="18" name="Rectangle 17">
            <a:extLst>
              <a:ext uri="{FF2B5EF4-FFF2-40B4-BE49-F238E27FC236}">
                <a16:creationId xmlns="" xmlns:a16="http://schemas.microsoft.com/office/drawing/2014/main" id="{381129AF-0026-B382-6896-C7BECF357648}"/>
              </a:ext>
            </a:extLst>
          </p:cNvPr>
          <p:cNvSpPr/>
          <p:nvPr/>
        </p:nvSpPr>
        <p:spPr>
          <a:xfrm>
            <a:off x="477169" y="2507841"/>
            <a:ext cx="1099126" cy="272804"/>
          </a:xfrm>
          <a:prstGeom prst="rect">
            <a:avLst/>
          </a:prstGeom>
        </p:spPr>
        <p:txBody>
          <a:bodyPr wrap="square" lIns="95226" tIns="47613" rIns="95226" bIns="47613">
            <a:spAutoFit/>
          </a:bodyPr>
          <a:lstStyle/>
          <a:p>
            <a:pPr latinLnBrk="1"/>
            <a:r>
              <a:rPr lang="en-US" altLang="ko-KR" sz="1100" b="1" i="1" dirty="0"/>
              <a:t>Why to teach?</a:t>
            </a:r>
            <a:endParaRPr lang="ko-KR" altLang="ko-KR" sz="1100" dirty="0"/>
          </a:p>
        </p:txBody>
      </p:sp>
      <p:graphicFrame>
        <p:nvGraphicFramePr>
          <p:cNvPr id="20" name="Table 19">
            <a:extLst>
              <a:ext uri="{FF2B5EF4-FFF2-40B4-BE49-F238E27FC236}">
                <a16:creationId xmlns="" xmlns:a16="http://schemas.microsoft.com/office/drawing/2014/main" id="{D3D3A46A-543F-3A6B-D728-B2B384DB9907}"/>
              </a:ext>
            </a:extLst>
          </p:cNvPr>
          <p:cNvGraphicFramePr>
            <a:graphicFrameLocks noGrp="1"/>
          </p:cNvGraphicFramePr>
          <p:nvPr>
            <p:extLst>
              <p:ext uri="{D42A27DB-BD31-4B8C-83A1-F6EECF244321}">
                <p14:modId xmlns:p14="http://schemas.microsoft.com/office/powerpoint/2010/main" val="3612855754"/>
              </p:ext>
            </p:extLst>
          </p:nvPr>
        </p:nvGraphicFramePr>
        <p:xfrm>
          <a:off x="477169" y="2775296"/>
          <a:ext cx="6175125" cy="412944"/>
        </p:xfrm>
        <a:graphic>
          <a:graphicData uri="http://schemas.openxmlformats.org/drawingml/2006/table">
            <a:tbl>
              <a:tblPr>
                <a:tableStyleId>{5C22544A-7EE6-4342-B048-85BDC9FD1C3A}</a:tableStyleId>
              </a:tblPr>
              <a:tblGrid>
                <a:gridCol w="1122750">
                  <a:extLst>
                    <a:ext uri="{9D8B030D-6E8A-4147-A177-3AD203B41FA5}">
                      <a16:colId xmlns="" xmlns:a16="http://schemas.microsoft.com/office/drawing/2014/main" val="20000"/>
                    </a:ext>
                  </a:extLst>
                </a:gridCol>
                <a:gridCol w="5052375">
                  <a:extLst>
                    <a:ext uri="{9D8B030D-6E8A-4147-A177-3AD203B41FA5}">
                      <a16:colId xmlns="" xmlns:a16="http://schemas.microsoft.com/office/drawing/2014/main" val="20001"/>
                    </a:ext>
                  </a:extLst>
                </a:gridCol>
              </a:tblGrid>
              <a:tr h="412944">
                <a:tc>
                  <a:txBody>
                    <a:bodyPr/>
                    <a:lstStyle/>
                    <a:p>
                      <a:pPr latinLnBrk="0">
                        <a:lnSpc>
                          <a:spcPct val="107000"/>
                        </a:lnSpc>
                        <a:spcAft>
                          <a:spcPts val="0"/>
                        </a:spcAft>
                      </a:pPr>
                      <a:r>
                        <a:rPr lang="en-US" sz="1000" b="1" i="1" baseline="0" dirty="0">
                          <a:effectLst/>
                        </a:rPr>
                        <a:t>Lesson Objective</a:t>
                      </a:r>
                      <a:r>
                        <a:rPr lang="en-US" sz="1000" b="1" i="1" dirty="0">
                          <a:effectLst/>
                        </a:rPr>
                        <a:t>:</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7000"/>
                        </a:lnSpc>
                        <a:spcAft>
                          <a:spcPts val="0"/>
                        </a:spcAft>
                      </a:pPr>
                      <a:r>
                        <a:rPr lang="en-US" sz="1000" b="1" i="0" dirty="0">
                          <a:solidFill>
                            <a:schemeClr val="tx1"/>
                          </a:solidFill>
                          <a:effectLst/>
                        </a:rPr>
                        <a:t>SWBAT </a:t>
                      </a:r>
                      <a:endParaRPr lang="ko-KR" sz="1100" b="1" i="0" dirty="0">
                        <a:solidFill>
                          <a:schemeClr val="tx1"/>
                        </a:solidFill>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bl>
          </a:graphicData>
        </a:graphic>
      </p:graphicFrame>
      <p:sp>
        <p:nvSpPr>
          <p:cNvPr id="21" name="Rectangle 20">
            <a:extLst>
              <a:ext uri="{FF2B5EF4-FFF2-40B4-BE49-F238E27FC236}">
                <a16:creationId xmlns="" xmlns:a16="http://schemas.microsoft.com/office/drawing/2014/main" id="{11A39E30-926B-35A0-1AC4-48D66CAC963E}"/>
              </a:ext>
            </a:extLst>
          </p:cNvPr>
          <p:cNvSpPr/>
          <p:nvPr/>
        </p:nvSpPr>
        <p:spPr>
          <a:xfrm>
            <a:off x="477169" y="3234294"/>
            <a:ext cx="1099126" cy="272804"/>
          </a:xfrm>
          <a:prstGeom prst="rect">
            <a:avLst/>
          </a:prstGeom>
        </p:spPr>
        <p:txBody>
          <a:bodyPr wrap="square" lIns="95226" tIns="47613" rIns="95226" bIns="47613">
            <a:spAutoFit/>
          </a:bodyPr>
          <a:lstStyle/>
          <a:p>
            <a:pPr latinLnBrk="1"/>
            <a:r>
              <a:rPr lang="en-US" altLang="ko-KR" sz="1100" b="1" i="1" dirty="0"/>
              <a:t>How to teach?</a:t>
            </a:r>
            <a:endParaRPr lang="ko-KR" altLang="ko-KR" sz="1100" dirty="0"/>
          </a:p>
        </p:txBody>
      </p:sp>
      <p:graphicFrame>
        <p:nvGraphicFramePr>
          <p:cNvPr id="22" name="Table 21">
            <a:extLst>
              <a:ext uri="{FF2B5EF4-FFF2-40B4-BE49-F238E27FC236}">
                <a16:creationId xmlns="" xmlns:a16="http://schemas.microsoft.com/office/drawing/2014/main" id="{2754FE4F-80E0-D212-8CC6-416FD7F804A6}"/>
              </a:ext>
            </a:extLst>
          </p:cNvPr>
          <p:cNvGraphicFramePr>
            <a:graphicFrameLocks noGrp="1"/>
          </p:cNvGraphicFramePr>
          <p:nvPr>
            <p:extLst>
              <p:ext uri="{D42A27DB-BD31-4B8C-83A1-F6EECF244321}">
                <p14:modId xmlns:p14="http://schemas.microsoft.com/office/powerpoint/2010/main" val="2571179475"/>
              </p:ext>
            </p:extLst>
          </p:nvPr>
        </p:nvGraphicFramePr>
        <p:xfrm>
          <a:off x="477169" y="3502411"/>
          <a:ext cx="6175125" cy="525565"/>
        </p:xfrm>
        <a:graphic>
          <a:graphicData uri="http://schemas.openxmlformats.org/drawingml/2006/table">
            <a:tbl>
              <a:tblPr>
                <a:tableStyleId>{5C22544A-7EE6-4342-B048-85BDC9FD1C3A}</a:tableStyleId>
              </a:tblPr>
              <a:tblGrid>
                <a:gridCol w="1122750">
                  <a:extLst>
                    <a:ext uri="{9D8B030D-6E8A-4147-A177-3AD203B41FA5}">
                      <a16:colId xmlns="" xmlns:a16="http://schemas.microsoft.com/office/drawing/2014/main" val="20000"/>
                    </a:ext>
                  </a:extLst>
                </a:gridCol>
                <a:gridCol w="2507475">
                  <a:extLst>
                    <a:ext uri="{9D8B030D-6E8A-4147-A177-3AD203B41FA5}">
                      <a16:colId xmlns="" xmlns:a16="http://schemas.microsoft.com/office/drawing/2014/main" val="20001"/>
                    </a:ext>
                  </a:extLst>
                </a:gridCol>
                <a:gridCol w="2544900">
                  <a:extLst>
                    <a:ext uri="{9D8B030D-6E8A-4147-A177-3AD203B41FA5}">
                      <a16:colId xmlns="" xmlns:a16="http://schemas.microsoft.com/office/drawing/2014/main" val="20002"/>
                    </a:ext>
                  </a:extLst>
                </a:gridCol>
              </a:tblGrid>
              <a:tr h="525565">
                <a:tc>
                  <a:txBody>
                    <a:bodyPr/>
                    <a:lstStyle/>
                    <a:p>
                      <a:pPr latinLnBrk="0">
                        <a:lnSpc>
                          <a:spcPct val="107000"/>
                        </a:lnSpc>
                        <a:spcAft>
                          <a:spcPts val="0"/>
                        </a:spcAft>
                      </a:pPr>
                      <a:r>
                        <a:rPr lang="en-US" sz="1000" b="1" i="1" baseline="0" dirty="0">
                          <a:effectLst/>
                        </a:rPr>
                        <a:t>Materials:</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latinLnBrk="0">
                        <a:lnSpc>
                          <a:spcPct val="107000"/>
                        </a:lnSpc>
                        <a:spcAft>
                          <a:spcPts val="0"/>
                        </a:spcAft>
                      </a:pPr>
                      <a:r>
                        <a:rPr lang="en-US" altLang="ko-KR" sz="1000" b="1" i="0" dirty="0">
                          <a:solidFill>
                            <a:schemeClr val="tx1"/>
                          </a:solidFill>
                          <a:effectLst/>
                          <a:latin typeface="+mn-lt"/>
                          <a:ea typeface="+mn-ea"/>
                          <a:cs typeface="+mn-cs"/>
                        </a:rPr>
                        <a:t>PLE: </a:t>
                      </a:r>
                      <a:r>
                        <a:rPr lang="en-US" altLang="ko-KR" sz="1000" b="0" i="0" dirty="0">
                          <a:solidFill>
                            <a:srgbClr val="FF0000"/>
                          </a:solidFill>
                          <a:effectLst/>
                          <a:latin typeface="+mn-lt"/>
                          <a:ea typeface="+mn-ea"/>
                          <a:cs typeface="Arial"/>
                        </a:rPr>
                        <a:t>N/A</a:t>
                      </a:r>
                      <a:endParaRPr lang="en-US" altLang="ko-KR" sz="1000" b="0" i="0" dirty="0">
                        <a:solidFill>
                          <a:srgbClr val="FF0000"/>
                        </a:solidFill>
                        <a:effectLst/>
                        <a:latin typeface="+mn-lt"/>
                        <a:ea typeface="+mn-ea"/>
                        <a:cs typeface="+mn-cs"/>
                      </a:endParaRPr>
                    </a:p>
                    <a:p>
                      <a:pPr algn="l" latinLnBrk="0">
                        <a:lnSpc>
                          <a:spcPct val="107000"/>
                        </a:lnSpc>
                        <a:spcAft>
                          <a:spcPts val="0"/>
                        </a:spcAft>
                      </a:pPr>
                      <a:r>
                        <a:rPr lang="en-US" altLang="ko-KR" sz="1000" b="1" i="0" dirty="0">
                          <a:solidFill>
                            <a:schemeClr val="tx1"/>
                          </a:solidFill>
                          <a:effectLst/>
                          <a:latin typeface="+mn-lt"/>
                          <a:ea typeface="맑은 고딕"/>
                          <a:cs typeface="Arial"/>
                        </a:rPr>
                        <a:t>Warm-up: </a:t>
                      </a:r>
                      <a:r>
                        <a:rPr lang="en-US" altLang="ko-KR" sz="1000" b="0" i="0" dirty="0">
                          <a:solidFill>
                            <a:srgbClr val="FF0000"/>
                          </a:solidFill>
                          <a:effectLst/>
                          <a:latin typeface="+mn-lt"/>
                          <a:ea typeface="맑은 고딕"/>
                          <a:cs typeface="Arial"/>
                        </a:rPr>
                        <a:t>Materials</a:t>
                      </a:r>
                    </a:p>
                    <a:p>
                      <a:pPr marL="0" marR="0" indent="0" algn="l" defTabSz="685800" rtl="0" eaLnBrk="1" fontAlgn="auto" latinLnBrk="0" hangingPunct="1">
                        <a:lnSpc>
                          <a:spcPct val="107000"/>
                        </a:lnSpc>
                        <a:spcBef>
                          <a:spcPts val="0"/>
                        </a:spcBef>
                        <a:spcAft>
                          <a:spcPts val="0"/>
                        </a:spcAft>
                        <a:buClrTx/>
                        <a:buSzTx/>
                        <a:buFontTx/>
                        <a:buNone/>
                        <a:tabLst/>
                        <a:defRPr/>
                      </a:pPr>
                      <a:r>
                        <a:rPr lang="en-US" altLang="ko-KR" sz="1000" b="1" i="0" dirty="0">
                          <a:solidFill>
                            <a:schemeClr val="tx1"/>
                          </a:solidFill>
                          <a:effectLst/>
                          <a:latin typeface="+mn-lt"/>
                          <a:ea typeface="+mn-ea"/>
                          <a:cs typeface="+mn-cs"/>
                        </a:rPr>
                        <a:t>Practice: </a:t>
                      </a:r>
                      <a:r>
                        <a:rPr lang="en-US" altLang="ko-KR" sz="1000" b="0" i="0" dirty="0">
                          <a:solidFill>
                            <a:srgbClr val="FF0000"/>
                          </a:solidFill>
                          <a:effectLst/>
                          <a:latin typeface="+mn-lt"/>
                          <a:ea typeface="+mn-ea"/>
                          <a:cs typeface="Arial"/>
                        </a:rPr>
                        <a:t>Materials</a:t>
                      </a:r>
                      <a:endParaRPr lang="en-US" altLang="ko-KR" sz="1000" b="0" i="0" dirty="0">
                        <a:solidFill>
                          <a:srgbClr val="FF0000"/>
                        </a:solidFill>
                        <a:effectLst/>
                        <a:latin typeface="+mn-lt"/>
                        <a:ea typeface="+mn-ea"/>
                        <a:cs typeface="+mn-cs"/>
                      </a:endParaRPr>
                    </a:p>
                  </a:txBody>
                  <a:tcPr marL="71295" marR="7129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latinLnBrk="0">
                        <a:lnSpc>
                          <a:spcPct val="107000"/>
                        </a:lnSpc>
                        <a:spcAft>
                          <a:spcPts val="0"/>
                        </a:spcAft>
                      </a:pPr>
                      <a:r>
                        <a:rPr lang="en-US" altLang="ko-KR" sz="1000" b="1" i="0" dirty="0">
                          <a:solidFill>
                            <a:schemeClr val="tx1"/>
                          </a:solidFill>
                          <a:effectLst/>
                          <a:latin typeface="+mn-lt"/>
                          <a:ea typeface="+mn-ea"/>
                          <a:cs typeface="Arial"/>
                        </a:rPr>
                        <a:t>Production: </a:t>
                      </a:r>
                      <a:r>
                        <a:rPr lang="en-US" altLang="ko-KR" sz="1000" b="0" i="0" dirty="0">
                          <a:solidFill>
                            <a:srgbClr val="FF0000"/>
                          </a:solidFill>
                          <a:effectLst/>
                          <a:latin typeface="+mn-lt"/>
                          <a:ea typeface="+mn-ea"/>
                          <a:cs typeface="Arial"/>
                        </a:rPr>
                        <a:t>Materials</a:t>
                      </a:r>
                    </a:p>
                    <a:p>
                      <a:pPr marL="0" marR="0" indent="0" algn="l" defTabSz="685800" rtl="0" eaLnBrk="1" fontAlgn="auto" latinLnBrk="0" hangingPunct="1">
                        <a:lnSpc>
                          <a:spcPct val="107000"/>
                        </a:lnSpc>
                        <a:spcBef>
                          <a:spcPts val="0"/>
                        </a:spcBef>
                        <a:spcAft>
                          <a:spcPts val="0"/>
                        </a:spcAft>
                        <a:buClrTx/>
                        <a:buSzTx/>
                        <a:buFontTx/>
                        <a:buNone/>
                        <a:tabLst/>
                        <a:defRPr/>
                      </a:pPr>
                      <a:r>
                        <a:rPr lang="en-US" altLang="ko-KR" sz="1000" b="1" i="0" dirty="0">
                          <a:solidFill>
                            <a:schemeClr val="tx1"/>
                          </a:solidFill>
                          <a:effectLst/>
                          <a:latin typeface="+mn-lt"/>
                          <a:ea typeface="+mn-ea"/>
                          <a:cs typeface="+mn-cs"/>
                        </a:rPr>
                        <a:t>Closure: </a:t>
                      </a:r>
                      <a:r>
                        <a:rPr lang="en-US" altLang="ko-KR" sz="1000" b="0" i="0" dirty="0">
                          <a:solidFill>
                            <a:srgbClr val="FF0000"/>
                          </a:solidFill>
                          <a:effectLst/>
                          <a:latin typeface="+mn-lt"/>
                          <a:ea typeface="+mn-ea"/>
                          <a:cs typeface="Arial"/>
                        </a:rPr>
                        <a:t>N/A</a:t>
                      </a:r>
                      <a:endParaRPr lang="en-US" altLang="ko-KR" sz="1000" b="0" i="0" dirty="0">
                        <a:solidFill>
                          <a:srgbClr val="FF0000"/>
                        </a:solidFill>
                        <a:effectLst/>
                        <a:latin typeface="+mn-lt"/>
                        <a:ea typeface="+mn-ea"/>
                        <a:cs typeface="+mn-cs"/>
                      </a:endParaRPr>
                    </a:p>
                  </a:txBody>
                  <a:tcPr marL="71295" marR="7129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bl>
          </a:graphicData>
        </a:graphic>
      </p:graphicFrame>
      <p:sp>
        <p:nvSpPr>
          <p:cNvPr id="2" name="Rectangle 1">
            <a:extLst>
              <a:ext uri="{FF2B5EF4-FFF2-40B4-BE49-F238E27FC236}">
                <a16:creationId xmlns="" xmlns:a16="http://schemas.microsoft.com/office/drawing/2014/main" id="{CC82B778-63D3-B277-DEAA-E4A85ECFA5BC}"/>
              </a:ext>
            </a:extLst>
          </p:cNvPr>
          <p:cNvSpPr/>
          <p:nvPr/>
        </p:nvSpPr>
        <p:spPr>
          <a:xfrm>
            <a:off x="477169" y="4190217"/>
            <a:ext cx="6175125" cy="225242"/>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b="1" i="1" dirty="0">
                <a:solidFill>
                  <a:schemeClr val="tx1"/>
                </a:solidFill>
                <a:cs typeface="Arial"/>
              </a:rPr>
              <a:t>Pre-Lesson Engagement: </a:t>
            </a:r>
            <a:r>
              <a:rPr lang="en-US" altLang="ko-KR" sz="1100" i="1" dirty="0">
                <a:solidFill>
                  <a:schemeClr val="tx1"/>
                </a:solidFill>
                <a:cs typeface="Arial"/>
              </a:rPr>
              <a:t>A review of the content and vocabulary from the reading. </a:t>
            </a:r>
            <a:endParaRPr lang="ko-KR" altLang="ko-KR" sz="1100" i="1" dirty="0">
              <a:solidFill>
                <a:schemeClr val="tx1"/>
              </a:solidFill>
              <a:cs typeface="Arial"/>
            </a:endParaRPr>
          </a:p>
        </p:txBody>
      </p:sp>
      <p:sp>
        <p:nvSpPr>
          <p:cNvPr id="3" name="TextBox 2">
            <a:extLst>
              <a:ext uri="{FF2B5EF4-FFF2-40B4-BE49-F238E27FC236}">
                <a16:creationId xmlns="" xmlns:a16="http://schemas.microsoft.com/office/drawing/2014/main" id="{560624C0-E506-9349-89C0-CD509FAA23D0}"/>
              </a:ext>
            </a:extLst>
          </p:cNvPr>
          <p:cNvSpPr txBox="1"/>
          <p:nvPr/>
        </p:nvSpPr>
        <p:spPr>
          <a:xfrm>
            <a:off x="477169" y="5050997"/>
            <a:ext cx="6175125" cy="4569212"/>
          </a:xfrm>
          <a:prstGeom prst="rect">
            <a:avLst/>
          </a:prstGeom>
          <a:noFill/>
          <a:ln>
            <a:solidFill>
              <a:schemeClr val="tx1"/>
            </a:solidFill>
          </a:ln>
        </p:spPr>
        <p:txBody>
          <a:bodyPr wrap="square" lIns="95226" tIns="47613" rIns="95226" bIns="47613" rtlCol="0">
            <a:normAutofit/>
          </a:bodyPr>
          <a:lstStyle/>
          <a:p>
            <a:pPr defTabSz="714192">
              <a:defRPr/>
            </a:pPr>
            <a:r>
              <a:rPr lang="en-US" altLang="ko-KR" sz="1100" b="1" dirty="0">
                <a:solidFill>
                  <a:schemeClr val="dk1"/>
                </a:solidFill>
              </a:rPr>
              <a:t>Part 1:</a:t>
            </a:r>
            <a:r>
              <a:rPr lang="en-US" altLang="ko-KR" sz="1100" dirty="0">
                <a:solidFill>
                  <a:schemeClr val="dk1"/>
                </a:solidFill>
              </a:rPr>
              <a:t> </a:t>
            </a:r>
            <a:r>
              <a:rPr lang="en-US" altLang="ko-KR" sz="1100" b="1" dirty="0">
                <a:solidFill>
                  <a:schemeClr val="dk1"/>
                </a:solidFill>
              </a:rPr>
              <a:t>Discussion Questions </a:t>
            </a:r>
          </a:p>
          <a:p>
            <a:pPr defTabSz="714192">
              <a:defRPr/>
            </a:pPr>
            <a:r>
              <a:rPr lang="en-US" altLang="ko-KR" sz="1100" b="1" dirty="0">
                <a:solidFill>
                  <a:schemeClr val="dk1"/>
                </a:solidFill>
              </a:rPr>
              <a:t>Purpose: To </a:t>
            </a:r>
            <a:r>
              <a:rPr lang="en-US" altLang="ko-KR" sz="1100" b="1" dirty="0" smtClean="0">
                <a:solidFill>
                  <a:schemeClr val="dk1"/>
                </a:solidFill>
              </a:rPr>
              <a:t>get students thinking about the topic.</a:t>
            </a:r>
            <a:endParaRPr lang="en-US" altLang="ko-KR" sz="1100" b="1" dirty="0">
              <a:solidFill>
                <a:schemeClr val="dk1"/>
              </a:solidFill>
            </a:endParaRPr>
          </a:p>
          <a:p>
            <a:pPr defTabSz="714192">
              <a:defRPr/>
            </a:pPr>
            <a:endParaRPr lang="en-US" altLang="ko-KR" sz="1100" b="1" dirty="0">
              <a:solidFill>
                <a:schemeClr val="dk1"/>
              </a:solidFill>
            </a:endParaRPr>
          </a:p>
          <a:p>
            <a:pPr defTabSz="714192">
              <a:defRPr/>
            </a:pPr>
            <a:r>
              <a:rPr lang="en-US" altLang="ko-KR" sz="1100" dirty="0">
                <a:solidFill>
                  <a:schemeClr val="dk1"/>
                </a:solidFill>
              </a:rPr>
              <a:t>Use the following questions to elicit a classroom discussion about the topic.</a:t>
            </a:r>
          </a:p>
          <a:p>
            <a:pPr defTabSz="714192">
              <a:defRPr/>
            </a:pPr>
            <a:endParaRPr lang="en-US" altLang="ko-KR" sz="1100" b="1" dirty="0">
              <a:solidFill>
                <a:schemeClr val="dk1"/>
              </a:solidFill>
            </a:endParaRPr>
          </a:p>
          <a:p>
            <a:pPr defTabSz="714192">
              <a:defRPr/>
            </a:pPr>
            <a:r>
              <a:rPr lang="en-US" altLang="ko-KR" sz="1100" b="1" u="sng" dirty="0">
                <a:solidFill>
                  <a:schemeClr val="dk1"/>
                </a:solidFill>
              </a:rPr>
              <a:t>Questions: </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 </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a:t>
            </a:r>
          </a:p>
          <a:p>
            <a:pPr defTabSz="714192">
              <a:defRPr/>
            </a:pPr>
            <a:endParaRPr lang="en-US" altLang="ko-KR" sz="1100" b="1" dirty="0">
              <a:solidFill>
                <a:schemeClr val="dk1"/>
              </a:solidFill>
            </a:endParaRPr>
          </a:p>
          <a:p>
            <a:pPr defTabSz="714192">
              <a:defRPr/>
            </a:pPr>
            <a:r>
              <a:rPr lang="en-US" altLang="ko-KR" sz="1100" b="1" dirty="0">
                <a:solidFill>
                  <a:schemeClr val="dk1"/>
                </a:solidFill>
              </a:rPr>
              <a:t>Part 2: Vocabulary Review</a:t>
            </a:r>
          </a:p>
          <a:p>
            <a:pPr defTabSz="714192">
              <a:defRPr/>
            </a:pPr>
            <a:r>
              <a:rPr lang="en-US" altLang="ko-KR" sz="1100" b="1" dirty="0">
                <a:solidFill>
                  <a:schemeClr val="dk1"/>
                </a:solidFill>
              </a:rPr>
              <a:t>Purpose: To check keywords that students will see in the lesson.</a:t>
            </a:r>
          </a:p>
          <a:p>
            <a:pPr defTabSz="714192">
              <a:defRPr/>
            </a:pPr>
            <a:r>
              <a:rPr lang="en-US" altLang="ko-KR" sz="1100" dirty="0">
                <a:solidFill>
                  <a:schemeClr val="dk1"/>
                </a:solidFill>
              </a:rPr>
              <a:t>Instructions</a:t>
            </a:r>
          </a:p>
          <a:p>
            <a:pPr defTabSz="714192">
              <a:defRPr/>
            </a:pPr>
            <a:endParaRPr lang="en-US" altLang="ko-KR" sz="1100" b="1" dirty="0">
              <a:solidFill>
                <a:schemeClr val="dk1"/>
              </a:solidFill>
            </a:endParaRPr>
          </a:p>
          <a:p>
            <a:pPr defTabSz="714192">
              <a:defRPr/>
            </a:pPr>
            <a:r>
              <a:rPr lang="en-US" altLang="ko-KR" sz="1100" b="1" u="sng" dirty="0">
                <a:solidFill>
                  <a:schemeClr val="dk1"/>
                </a:solidFill>
              </a:rPr>
              <a:t>Words: </a:t>
            </a:r>
            <a:r>
              <a:rPr lang="en-US" altLang="ko-KR" sz="1100" b="1" dirty="0">
                <a:solidFill>
                  <a:schemeClr val="dk1"/>
                </a:solidFill>
              </a:rPr>
              <a:t> (3 for Middle School - 5 for Elementary – must appear in activities, please note the activity each word is used in.)</a:t>
            </a:r>
          </a:p>
          <a:p>
            <a:pPr defTabSz="714192">
              <a:defRPr/>
            </a:pPr>
            <a:endParaRPr lang="en-US" altLang="ko-KR" sz="1100" b="1" u="sng" dirty="0">
              <a:solidFill>
                <a:schemeClr val="dk1"/>
              </a:solidFill>
            </a:endParaRP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endParaRPr lang="en-US" altLang="ko-KR" sz="1100" dirty="0">
              <a:solidFill>
                <a:schemeClr val="dk1"/>
              </a:solidFill>
            </a:endParaRPr>
          </a:p>
        </p:txBody>
      </p:sp>
      <p:sp>
        <p:nvSpPr>
          <p:cNvPr id="13" name="Rectangle 12">
            <a:extLst>
              <a:ext uri="{FF2B5EF4-FFF2-40B4-BE49-F238E27FC236}">
                <a16:creationId xmlns="" xmlns:a16="http://schemas.microsoft.com/office/drawing/2014/main" id="{CCCCBBF9-1E1E-9D47-669A-BD2FFA5706A0}"/>
              </a:ext>
            </a:extLst>
          </p:cNvPr>
          <p:cNvSpPr/>
          <p:nvPr/>
        </p:nvSpPr>
        <p:spPr>
          <a:xfrm>
            <a:off x="3795386" y="480786"/>
            <a:ext cx="2856908" cy="522406"/>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To edit the header, click "View" &gt; "Slide Master",  and go to the very first slide. Add your header, click "Close Master View", and then delete this box.</a:t>
            </a:r>
            <a:endParaRPr lang="ko-KR" altLang="en-US" sz="900" b="1" dirty="0">
              <a:effectLst>
                <a:outerShdw blurRad="38100" dist="38100" dir="2700000" algn="tl">
                  <a:srgbClr val="000000">
                    <a:alpha val="43137"/>
                  </a:srgbClr>
                </a:outerShdw>
              </a:effectLst>
            </a:endParaRPr>
          </a:p>
        </p:txBody>
      </p:sp>
      <p:sp>
        <p:nvSpPr>
          <p:cNvPr id="24" name="Rectangle 23">
            <a:extLst>
              <a:ext uri="{FF2B5EF4-FFF2-40B4-BE49-F238E27FC236}">
                <a16:creationId xmlns="" xmlns:a16="http://schemas.microsoft.com/office/drawing/2014/main" id="{1F0453AB-CA4C-20FC-7EAC-19BB341CBB63}"/>
              </a:ext>
            </a:extLst>
          </p:cNvPr>
          <p:cNvSpPr/>
          <p:nvPr/>
        </p:nvSpPr>
        <p:spPr>
          <a:xfrm>
            <a:off x="1578077" y="9587506"/>
            <a:ext cx="4739600" cy="417088"/>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add the filename in "Slide Master" on the second slide. Delete this box after editing.</a:t>
            </a:r>
          </a:p>
          <a:p>
            <a:pPr algn="ctr"/>
            <a:r>
              <a:rPr lang="en-US" altLang="ko-KR" sz="900" b="1" dirty="0">
                <a:effectLst>
                  <a:outerShdw blurRad="38100" dist="38100" dir="2700000" algn="tl">
                    <a:srgbClr val="000000">
                      <a:alpha val="43137"/>
                    </a:srgbClr>
                  </a:outerShdw>
                </a:effectLst>
              </a:rPr>
              <a:t>Check the term schedule for file naming guidelines. It should reflect the skill, not the topic.</a:t>
            </a:r>
            <a:endParaRPr lang="ko-KR" altLang="en-US" sz="900" b="1" dirty="0">
              <a:effectLst>
                <a:outerShdw blurRad="38100" dist="38100" dir="2700000" algn="tl">
                  <a:srgbClr val="000000">
                    <a:alpha val="43137"/>
                  </a:srgbClr>
                </a:outerShdw>
              </a:effectLst>
            </a:endParaRPr>
          </a:p>
        </p:txBody>
      </p:sp>
      <p:sp>
        <p:nvSpPr>
          <p:cNvPr id="7" name="Rectangle 6">
            <a:extLst>
              <a:ext uri="{FF2B5EF4-FFF2-40B4-BE49-F238E27FC236}">
                <a16:creationId xmlns="" xmlns:a16="http://schemas.microsoft.com/office/drawing/2014/main" id="{EA8B5E7C-2A8B-114E-18D6-B3F10DFE84FB}"/>
              </a:ext>
            </a:extLst>
          </p:cNvPr>
          <p:cNvSpPr/>
          <p:nvPr/>
        </p:nvSpPr>
        <p:spPr>
          <a:xfrm>
            <a:off x="477169" y="4415459"/>
            <a:ext cx="6175125" cy="63553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5-7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Discussion questions should elicit discussion – do not use yes/no questions. Start the class with discussions questions, not “How was your weekend?”.</a:t>
            </a:r>
            <a:endParaRPr lang="ko-KR" altLang="ko-KR" sz="1100" i="1" dirty="0">
              <a:solidFill>
                <a:schemeClr val="tx1"/>
              </a:solidFill>
              <a:cs typeface="Arial"/>
            </a:endParaRPr>
          </a:p>
        </p:txBody>
      </p:sp>
      <p:sp>
        <p:nvSpPr>
          <p:cNvPr id="9" name="Rectangle 8">
            <a:extLst>
              <a:ext uri="{FF2B5EF4-FFF2-40B4-BE49-F238E27FC236}">
                <a16:creationId xmlns="" xmlns:a16="http://schemas.microsoft.com/office/drawing/2014/main" id="{F8CCB399-4A57-C68E-32DC-F39246ED2CAF}"/>
              </a:ext>
            </a:extLst>
          </p:cNvPr>
          <p:cNvSpPr/>
          <p:nvPr/>
        </p:nvSpPr>
        <p:spPr>
          <a:xfrm>
            <a:off x="3564732" y="5878542"/>
            <a:ext cx="2856908" cy="522406"/>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DO NOT INCLUDE ANY PLE ACTIVITIES ON THE PPT. </a:t>
            </a:r>
            <a:br>
              <a:rPr lang="en-US" altLang="ko-KR" sz="900" b="1" dirty="0">
                <a:effectLst>
                  <a:outerShdw blurRad="38100" dist="38100" dir="2700000" algn="tl">
                    <a:srgbClr val="000000">
                      <a:alpha val="43137"/>
                    </a:srgbClr>
                  </a:outerShdw>
                </a:effectLst>
              </a:rPr>
            </a:br>
            <a:r>
              <a:rPr lang="en-US" altLang="ko-KR" sz="900" b="1" dirty="0">
                <a:effectLst>
                  <a:outerShdw blurRad="38100" dist="38100" dir="2700000" algn="tl">
                    <a:srgbClr val="000000">
                      <a:alpha val="43137"/>
                    </a:srgbClr>
                  </a:outerShdw>
                </a:effectLst>
              </a:rPr>
              <a:t>Please delete this box.</a:t>
            </a:r>
            <a:endParaRPr lang="ko-KR" altLang="en-US" sz="900" b="1" dirty="0">
              <a:effectLst>
                <a:outerShdw blurRad="38100" dist="38100" dir="2700000" algn="tl">
                  <a:srgbClr val="000000">
                    <a:alpha val="43137"/>
                  </a:srgbClr>
                </a:outerShdw>
              </a:effectLst>
            </a:endParaRPr>
          </a:p>
        </p:txBody>
      </p:sp>
      <p:sp>
        <p:nvSpPr>
          <p:cNvPr id="19" name="Rectangle 18">
            <a:extLst>
              <a:ext uri="{FF2B5EF4-FFF2-40B4-BE49-F238E27FC236}">
                <a16:creationId xmlns="" xmlns:a16="http://schemas.microsoft.com/office/drawing/2014/main" id="{F8CCB399-4A57-C68E-32DC-F39246ED2CAF}"/>
              </a:ext>
            </a:extLst>
          </p:cNvPr>
          <p:cNvSpPr/>
          <p:nvPr/>
        </p:nvSpPr>
        <p:spPr>
          <a:xfrm>
            <a:off x="2844855" y="7777856"/>
            <a:ext cx="2856908" cy="820234"/>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smtClean="0">
                <a:effectLst>
                  <a:outerShdw blurRad="38100" dist="38100" dir="2700000" algn="tl">
                    <a:srgbClr val="000000">
                      <a:alpha val="43137"/>
                    </a:srgbClr>
                  </a:outerShdw>
                </a:effectLst>
              </a:rPr>
              <a:t>Vocabulary is optional for Skill Lessons.</a:t>
            </a:r>
          </a:p>
          <a:p>
            <a:pPr algn="ctr"/>
            <a:endParaRPr lang="en-US" altLang="ko-KR" sz="900" b="1" dirty="0">
              <a:effectLst>
                <a:outerShdw blurRad="38100" dist="38100" dir="2700000" algn="tl">
                  <a:srgbClr val="000000">
                    <a:alpha val="43137"/>
                  </a:srgbClr>
                </a:outerShdw>
              </a:effectLst>
            </a:endParaRPr>
          </a:p>
          <a:p>
            <a:pPr algn="ctr"/>
            <a:r>
              <a:rPr lang="en-US" altLang="ko-KR" sz="900" b="1" dirty="0" smtClean="0">
                <a:effectLst>
                  <a:outerShdw blurRad="38100" dist="38100" dir="2700000" algn="tl">
                    <a:srgbClr val="000000">
                      <a:alpha val="43137"/>
                    </a:srgbClr>
                  </a:outerShdw>
                </a:effectLst>
              </a:rPr>
              <a:t>If you choose to include potentially difficult vocabulary in your lesson, list it here! If not, feel free to delete this section.</a:t>
            </a:r>
            <a:endParaRPr lang="ko-KR" altLang="en-US" sz="9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75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644BF2B6-B250-289B-A012-97739D8DFE95}"/>
              </a:ext>
            </a:extLst>
          </p:cNvPr>
          <p:cNvGrpSpPr/>
          <p:nvPr/>
        </p:nvGrpSpPr>
        <p:grpSpPr>
          <a:xfrm>
            <a:off x="477168" y="1353525"/>
            <a:ext cx="6175125" cy="3395896"/>
            <a:chOff x="459000" y="5736308"/>
            <a:chExt cx="5940000" cy="2655583"/>
          </a:xfrm>
        </p:grpSpPr>
        <p:sp>
          <p:nvSpPr>
            <p:cNvPr id="5" name="Rectangle 4"/>
            <p:cNvSpPr/>
            <p:nvPr/>
          </p:nvSpPr>
          <p:spPr>
            <a:xfrm>
              <a:off x="459000" y="5736308"/>
              <a:ext cx="5940000" cy="159071"/>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Warm-up: </a:t>
              </a:r>
              <a:r>
                <a:rPr lang="en-US" altLang="ko-KR" sz="1100" i="1" dirty="0">
                  <a:solidFill>
                    <a:schemeClr val="tx1"/>
                  </a:solidFill>
                  <a:cs typeface="Arial"/>
                </a:rPr>
                <a:t>An engaging activity that subtly introduces the </a:t>
              </a:r>
              <a:r>
                <a:rPr lang="en-US" altLang="ko-KR" sz="1100" i="1" dirty="0" smtClean="0">
                  <a:solidFill>
                    <a:schemeClr val="tx1"/>
                  </a:solidFill>
                  <a:cs typeface="Arial"/>
                </a:rPr>
                <a:t>skill or the topic.</a:t>
              </a:r>
              <a:endParaRPr lang="ko-KR" altLang="ko-KR" sz="1100" i="1" dirty="0">
                <a:solidFill>
                  <a:schemeClr val="tx1"/>
                </a:solidFill>
                <a:cs typeface="Arial"/>
              </a:endParaRPr>
            </a:p>
          </p:txBody>
        </p:sp>
        <p:sp>
          <p:nvSpPr>
            <p:cNvPr id="6" name="TextBox 5"/>
            <p:cNvSpPr txBox="1"/>
            <p:nvPr/>
          </p:nvSpPr>
          <p:spPr>
            <a:xfrm>
              <a:off x="459000" y="6222249"/>
              <a:ext cx="5940000" cy="2169642"/>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b="1" dirty="0">
                <a:solidFill>
                  <a:schemeClr val="dk1"/>
                </a:solidFill>
              </a:endParaRPr>
            </a:p>
            <a:p>
              <a:endParaRPr lang="en-US" altLang="ko-KR" sz="1100" dirty="0"/>
            </a:p>
            <a:p>
              <a:r>
                <a:rPr lang="en-US" altLang="ko-KR" sz="1100" b="1" dirty="0"/>
                <a:t>Key Instructions</a:t>
              </a:r>
              <a:r>
                <a:rPr lang="en-US" altLang="ko-KR" sz="1100" dirty="0"/>
                <a:t>:</a:t>
              </a:r>
              <a:br>
                <a:rPr lang="en-US" altLang="ko-KR" sz="1100" dirty="0"/>
              </a:br>
              <a:r>
                <a:rPr lang="en-US" altLang="ko-KR" sz="1100" dirty="0"/>
                <a:t/>
              </a:r>
              <a:br>
                <a:rPr lang="en-US" altLang="ko-KR" sz="1100" dirty="0"/>
              </a:br>
              <a:r>
                <a:rPr lang="en-US" altLang="ko-KR" sz="1100" b="1" dirty="0"/>
                <a:t>Additional</a:t>
              </a:r>
              <a:r>
                <a:rPr lang="en-US" altLang="ko-KR" sz="1100" dirty="0"/>
                <a:t> </a:t>
              </a:r>
              <a:r>
                <a:rPr lang="en-US" altLang="ko-KR" sz="1100" b="1" dirty="0"/>
                <a:t>Notes</a:t>
              </a:r>
              <a:r>
                <a:rPr lang="en-US" altLang="ko-KR" sz="1100" dirty="0"/>
                <a:t>:</a:t>
              </a:r>
            </a:p>
          </p:txBody>
        </p:sp>
        <p:sp>
          <p:nvSpPr>
            <p:cNvPr id="2" name="Rectangle 1">
              <a:extLst>
                <a:ext uri="{FF2B5EF4-FFF2-40B4-BE49-F238E27FC236}">
                  <a16:creationId xmlns="" xmlns:a16="http://schemas.microsoft.com/office/drawing/2014/main" id="{0BB5C8F6-D87C-D39B-BEF0-11425A174D72}"/>
                </a:ext>
              </a:extLst>
            </p:cNvPr>
            <p:cNvSpPr/>
            <p:nvPr/>
          </p:nvSpPr>
          <p:spPr>
            <a:xfrm>
              <a:off x="459000" y="5895379"/>
              <a:ext cx="5940000" cy="32687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7-10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if the activity encourages participation from all students. Avoid yes/no interactions.</a:t>
              </a:r>
              <a:endParaRPr lang="ko-KR" altLang="ko-KR" sz="1100" i="1" dirty="0">
                <a:solidFill>
                  <a:schemeClr val="tx1"/>
                </a:solidFill>
                <a:cs typeface="Arial"/>
              </a:endParaRPr>
            </a:p>
          </p:txBody>
        </p:sp>
      </p:grpSp>
      <p:grpSp>
        <p:nvGrpSpPr>
          <p:cNvPr id="12" name="Group 11">
            <a:extLst>
              <a:ext uri="{FF2B5EF4-FFF2-40B4-BE49-F238E27FC236}">
                <a16:creationId xmlns:a16="http://schemas.microsoft.com/office/drawing/2014/main" xmlns="" id="{C365423D-B668-20A7-0509-36A4087CA3C0}"/>
              </a:ext>
            </a:extLst>
          </p:cNvPr>
          <p:cNvGrpSpPr/>
          <p:nvPr/>
        </p:nvGrpSpPr>
        <p:grpSpPr>
          <a:xfrm>
            <a:off x="477168" y="4952598"/>
            <a:ext cx="6175125" cy="4737765"/>
            <a:chOff x="459000" y="1323381"/>
            <a:chExt cx="5940000" cy="3850189"/>
          </a:xfrm>
        </p:grpSpPr>
        <p:sp>
          <p:nvSpPr>
            <p:cNvPr id="13" name="Rectangle 12">
              <a:extLst>
                <a:ext uri="{FF2B5EF4-FFF2-40B4-BE49-F238E27FC236}">
                  <a16:creationId xmlns:a16="http://schemas.microsoft.com/office/drawing/2014/main" xmlns="" id="{B895CECB-083B-63BE-8710-EF894DEA7A22}"/>
                </a:ext>
              </a:extLst>
            </p:cNvPr>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Teach: </a:t>
              </a:r>
              <a:r>
                <a:rPr lang="en-US" altLang="ko-KR" sz="1100" i="1" dirty="0">
                  <a:solidFill>
                    <a:schemeClr val="tx1"/>
                  </a:solidFill>
                  <a:cs typeface="Arial"/>
                </a:rPr>
                <a:t>Teach the target skill or language.</a:t>
              </a:r>
              <a:endParaRPr lang="ko-KR" altLang="ko-KR" sz="1100" i="1" dirty="0">
                <a:solidFill>
                  <a:schemeClr val="tx1"/>
                </a:solidFill>
                <a:cs typeface="Arial"/>
              </a:endParaRPr>
            </a:p>
          </p:txBody>
        </p:sp>
        <p:sp>
          <p:nvSpPr>
            <p:cNvPr id="14" name="TextBox 13">
              <a:extLst>
                <a:ext uri="{FF2B5EF4-FFF2-40B4-BE49-F238E27FC236}">
                  <a16:creationId xmlns:a16="http://schemas.microsoft.com/office/drawing/2014/main" xmlns="" id="{88B90C2F-D608-BEC2-FA0A-5641DF131DB4}"/>
                </a:ext>
              </a:extLst>
            </p:cNvPr>
            <p:cNvSpPr txBox="1"/>
            <p:nvPr/>
          </p:nvSpPr>
          <p:spPr>
            <a:xfrm>
              <a:off x="459000" y="2230471"/>
              <a:ext cx="5940000" cy="2943099"/>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Purpose: To teach the target skill in a comprehensive and engaging way.</a:t>
              </a:r>
            </a:p>
            <a:p>
              <a:endParaRPr lang="en-US" altLang="ko-KR" sz="1100" dirty="0">
                <a:solidFill>
                  <a:schemeClr val="dk1"/>
                </a:solidFill>
              </a:endParaRPr>
            </a:p>
            <a:p>
              <a:r>
                <a:rPr lang="en-US" altLang="ko-KR" sz="1100" b="1" dirty="0">
                  <a:solidFill>
                    <a:schemeClr val="dk1"/>
                  </a:solidFill>
                </a:rPr>
                <a:t>Target Skill/Language</a:t>
              </a:r>
              <a:r>
                <a:rPr lang="en-US" altLang="ko-KR" sz="1100" dirty="0">
                  <a:solidFill>
                    <a:schemeClr val="dk1"/>
                  </a:solidFill>
                </a:rPr>
                <a:t>: </a:t>
              </a:r>
            </a:p>
            <a:p>
              <a:endParaRPr lang="en-US" altLang="ko-KR" sz="1100" b="1" u="sng" dirty="0"/>
            </a:p>
            <a:p>
              <a:pPr algn="ctr"/>
              <a:r>
                <a:rPr lang="en-US" altLang="ko-KR" sz="1100" b="1" u="sng" dirty="0"/>
                <a:t>Boardwork Preparation Notes</a:t>
              </a:r>
            </a:p>
            <a:p>
              <a:pPr algn="ctr"/>
              <a:endParaRPr lang="en-US" altLang="ko-KR" sz="1100" b="1" dirty="0"/>
            </a:p>
            <a:p>
              <a:r>
                <a:rPr lang="en-US" altLang="ko-KR" sz="1100" b="1" dirty="0"/>
                <a:t>Skill Explanation: </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Language Structure &amp; Boardwork Layout:</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
              </a:r>
              <a:br>
                <a:rPr lang="en-US" altLang="ko-KR" sz="1100" b="1" dirty="0"/>
              </a:br>
              <a:r>
                <a:rPr lang="en-US" altLang="ko-KR" sz="1100" b="1" dirty="0"/>
                <a:t>Teaching Considerations &amp; CCQs:</a:t>
              </a:r>
            </a:p>
            <a:p>
              <a:endParaRPr lang="en-US" altLang="ko-KR" sz="1100" b="1" dirty="0"/>
            </a:p>
            <a:p>
              <a:endParaRPr lang="en-US" altLang="ko-KR" sz="1100" b="1" dirty="0"/>
            </a:p>
          </p:txBody>
        </p:sp>
        <p:sp>
          <p:nvSpPr>
            <p:cNvPr id="15" name="Rectangle 14">
              <a:extLst>
                <a:ext uri="{FF2B5EF4-FFF2-40B4-BE49-F238E27FC236}">
                  <a16:creationId xmlns:a16="http://schemas.microsoft.com/office/drawing/2014/main" xmlns="" id="{CF9CE1BA-8F1A-7C7A-25C6-E91C775CBF64}"/>
                </a:ext>
              </a:extLst>
            </p:cNvPr>
            <p:cNvSpPr/>
            <p:nvPr/>
          </p:nvSpPr>
          <p:spPr>
            <a:xfrm>
              <a:off x="459000" y="1539381"/>
              <a:ext cx="5940000" cy="69109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5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Teacher focused but CCQs should be used frequently and examples elicited from students. Prior preparation is required to ensure student engagement and understanding. </a:t>
              </a:r>
              <a:r>
                <a:rPr lang="en-GB" altLang="ko-KR" sz="1100" b="1" i="1" dirty="0">
                  <a:solidFill>
                    <a:schemeClr val="tx1"/>
                  </a:solidFill>
                  <a:cs typeface="Arial"/>
                </a:rPr>
                <a:t>Teachers will complete the Boardwork Preparation Notes themselves before teaching the lesson.</a:t>
              </a:r>
              <a:endParaRPr lang="ko-KR" altLang="ko-KR" sz="1100" b="1" i="1" dirty="0">
                <a:solidFill>
                  <a:schemeClr val="tx1"/>
                </a:solidFill>
                <a:cs typeface="Arial"/>
              </a:endParaRPr>
            </a:p>
          </p:txBody>
        </p:sp>
      </p:grpSp>
      <p:sp>
        <p:nvSpPr>
          <p:cNvPr id="16" name="Rectangle 15">
            <a:extLst>
              <a:ext uri="{FF2B5EF4-FFF2-40B4-BE49-F238E27FC236}">
                <a16:creationId xmlns:a16="http://schemas.microsoft.com/office/drawing/2014/main" xmlns="" id="{8D4A30C4-2072-220B-A8D8-F28EEB2F869B}"/>
              </a:ext>
            </a:extLst>
          </p:cNvPr>
          <p:cNvSpPr/>
          <p:nvPr/>
        </p:nvSpPr>
        <p:spPr>
          <a:xfrm>
            <a:off x="2136275" y="7582426"/>
            <a:ext cx="2856908" cy="98453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add only the Target Skill / Language above.</a:t>
            </a:r>
          </a:p>
          <a:p>
            <a:pPr algn="ctr"/>
            <a:endParaRPr lang="en-US" altLang="ko-KR" sz="900" b="1" dirty="0">
              <a:effectLst>
                <a:outerShdw blurRad="38100" dist="38100" dir="2700000" algn="tl">
                  <a:srgbClr val="000000">
                    <a:alpha val="43137"/>
                  </a:srgbClr>
                </a:outerShdw>
              </a:effectLst>
            </a:endParaRPr>
          </a:p>
          <a:p>
            <a:pPr algn="ctr"/>
            <a:r>
              <a:rPr lang="en-US" altLang="ko-KR" sz="900" b="1" dirty="0">
                <a:effectLst>
                  <a:outerShdw blurRad="38100" dist="38100" dir="2700000" algn="tl">
                    <a:srgbClr val="000000">
                      <a:alpha val="43137"/>
                    </a:srgbClr>
                  </a:outerShdw>
                </a:effectLst>
              </a:rPr>
              <a:t>The Boardwork Preparation Notes are to be completed by individual teachers before class.</a:t>
            </a:r>
          </a:p>
          <a:p>
            <a:pPr algn="ctr"/>
            <a:r>
              <a:rPr lang="en-US" altLang="ko-KR" sz="900" b="1" dirty="0">
                <a:effectLst>
                  <a:outerShdw blurRad="38100" dist="38100" dir="2700000" algn="tl">
                    <a:srgbClr val="000000">
                      <a:alpha val="43137"/>
                    </a:srgbClr>
                  </a:outerShdw>
                </a:effectLst>
              </a:rPr>
              <a:t/>
            </a:r>
            <a:br>
              <a:rPr lang="en-US" altLang="ko-KR" sz="900" b="1" dirty="0">
                <a:effectLst>
                  <a:outerShdw blurRad="38100" dist="38100" dir="2700000" algn="tl">
                    <a:srgbClr val="000000">
                      <a:alpha val="43137"/>
                    </a:srgbClr>
                  </a:outerShdw>
                </a:effectLst>
              </a:rPr>
            </a:br>
            <a:r>
              <a:rPr lang="en-US" altLang="ko-KR" sz="900" b="1" dirty="0">
                <a:effectLst>
                  <a:outerShdw blurRad="38100" dist="38100" dir="2700000" algn="tl">
                    <a:srgbClr val="000000">
                      <a:alpha val="43137"/>
                    </a:srgbClr>
                  </a:outerShdw>
                </a:effectLst>
              </a:rPr>
              <a:t>Please delete this box.</a:t>
            </a:r>
            <a:endParaRPr lang="ko-KR" altLang="en-US" sz="900" b="1" dirty="0">
              <a:effectLst>
                <a:outerShdw blurRad="38100" dist="38100" dir="2700000" algn="tl">
                  <a:srgbClr val="000000">
                    <a:alpha val="43137"/>
                  </a:srgbClr>
                </a:outerShdw>
              </a:effectLst>
            </a:endParaRPr>
          </a:p>
        </p:txBody>
      </p:sp>
      <p:sp>
        <p:nvSpPr>
          <p:cNvPr id="17" name="Rectangle 16">
            <a:extLst>
              <a:ext uri="{FF2B5EF4-FFF2-40B4-BE49-F238E27FC236}">
                <a16:creationId xmlns:a16="http://schemas.microsoft.com/office/drawing/2014/main" xmlns="" id="{11EBDA4B-1192-0DBC-25D5-A15BF19420BD}"/>
              </a:ext>
            </a:extLst>
          </p:cNvPr>
          <p:cNvSpPr/>
          <p:nvPr/>
        </p:nvSpPr>
        <p:spPr>
          <a:xfrm>
            <a:off x="5972401" y="6334592"/>
            <a:ext cx="5261656" cy="2652322"/>
          </a:xfrm>
          <a:prstGeom prst="rect">
            <a:avLst/>
          </a:prstGeom>
          <a:solidFill>
            <a:srgbClr val="FFFF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ltLang="ko-KR" sz="1400" dirty="0">
              <a:solidFill>
                <a:srgbClr val="FF0000"/>
              </a:solidFill>
            </a:endParaRPr>
          </a:p>
          <a:p>
            <a:pPr algn="ctr"/>
            <a:r>
              <a:rPr lang="en-US" altLang="ko-KR" sz="1400" b="1" u="sng" dirty="0">
                <a:solidFill>
                  <a:srgbClr val="FF0000"/>
                </a:solidFill>
              </a:rPr>
              <a:t>ATTENTION</a:t>
            </a:r>
          </a:p>
          <a:p>
            <a:pPr algn="ctr"/>
            <a:r>
              <a:rPr lang="en-GB" altLang="ko-KR" sz="1400" dirty="0">
                <a:solidFill>
                  <a:srgbClr val="FF0000"/>
                </a:solidFill>
              </a:rPr>
              <a:t>This is a </a:t>
            </a:r>
            <a:r>
              <a:rPr lang="en-GB" altLang="ko-KR" sz="1400" b="1" u="sng" dirty="0">
                <a:solidFill>
                  <a:srgbClr val="FF0000"/>
                </a:solidFill>
              </a:rPr>
              <a:t>REVIEW</a:t>
            </a:r>
            <a:r>
              <a:rPr lang="en-GB" altLang="ko-KR" sz="1400" dirty="0">
                <a:solidFill>
                  <a:srgbClr val="FF0000"/>
                </a:solidFill>
              </a:rPr>
              <a:t> slide. Not the teaching slide.</a:t>
            </a:r>
          </a:p>
          <a:p>
            <a:pPr algn="ctr"/>
            <a:endParaRPr lang="en-GB" altLang="ko-KR" sz="1400" dirty="0">
              <a:solidFill>
                <a:srgbClr val="FF0000"/>
              </a:solidFill>
            </a:endParaRPr>
          </a:p>
          <a:p>
            <a:pPr algn="ctr"/>
            <a:r>
              <a:rPr lang="en-GB" altLang="ko-KR" sz="1400" dirty="0">
                <a:solidFill>
                  <a:srgbClr val="FF0000"/>
                </a:solidFill>
              </a:rPr>
              <a:t>You </a:t>
            </a:r>
            <a:r>
              <a:rPr lang="en-GB" altLang="ko-KR" sz="1400" b="1" u="sng" dirty="0">
                <a:solidFill>
                  <a:srgbClr val="FF0000"/>
                </a:solidFill>
              </a:rPr>
              <a:t>MUST</a:t>
            </a:r>
            <a:r>
              <a:rPr lang="en-GB" altLang="ko-KR" sz="1400" b="1" dirty="0">
                <a:solidFill>
                  <a:srgbClr val="FF0000"/>
                </a:solidFill>
              </a:rPr>
              <a:t> </a:t>
            </a:r>
            <a:r>
              <a:rPr lang="en-GB" altLang="ko-KR" sz="1400" dirty="0">
                <a:solidFill>
                  <a:srgbClr val="FF0000"/>
                </a:solidFill>
              </a:rPr>
              <a:t>teach target skill/language yourself, using the board before using this slide to review. Complete the Boardwork Preparation Notes section on the teacher’s page before class.</a:t>
            </a:r>
            <a:br>
              <a:rPr lang="en-GB" altLang="ko-KR" sz="1400" dirty="0">
                <a:solidFill>
                  <a:srgbClr val="FF0000"/>
                </a:solidFill>
              </a:rPr>
            </a:br>
            <a:r>
              <a:rPr lang="en-GB" altLang="ko-KR" sz="1400" dirty="0">
                <a:solidFill>
                  <a:srgbClr val="FF0000"/>
                </a:solidFill>
              </a:rPr>
              <a:t/>
            </a:r>
            <a:br>
              <a:rPr lang="en-GB" altLang="ko-KR" sz="1400" dirty="0">
                <a:solidFill>
                  <a:srgbClr val="FF0000"/>
                </a:solidFill>
              </a:rPr>
            </a:br>
            <a:r>
              <a:rPr lang="en-GB" altLang="ko-KR" sz="1400" dirty="0">
                <a:solidFill>
                  <a:srgbClr val="FF0000"/>
                </a:solidFill>
              </a:rPr>
              <a:t>Delete this box before class as </a:t>
            </a:r>
            <a:r>
              <a:rPr lang="en-GB" altLang="ko-KR" sz="1400" b="1" u="sng" dirty="0">
                <a:solidFill>
                  <a:srgbClr val="FF0000"/>
                </a:solidFill>
              </a:rPr>
              <a:t>confirmation</a:t>
            </a:r>
            <a:r>
              <a:rPr lang="en-GB" altLang="ko-KR" sz="1400" dirty="0">
                <a:solidFill>
                  <a:srgbClr val="FF0000"/>
                </a:solidFill>
              </a:rPr>
              <a:t> that you understand the above and are prepared to teach the class.</a:t>
            </a:r>
            <a:br>
              <a:rPr lang="en-GB" altLang="ko-KR" sz="1400" dirty="0">
                <a:solidFill>
                  <a:srgbClr val="FF0000"/>
                </a:solidFill>
              </a:rPr>
            </a:br>
            <a:r>
              <a:rPr lang="en-GB" altLang="ko-KR" sz="1400" dirty="0">
                <a:solidFill>
                  <a:srgbClr val="FF0000"/>
                </a:solidFill>
              </a:rPr>
              <a:t/>
            </a:r>
            <a:br>
              <a:rPr lang="en-GB" altLang="ko-KR" sz="1400" dirty="0">
                <a:solidFill>
                  <a:srgbClr val="FF0000"/>
                </a:solidFill>
              </a:rPr>
            </a:br>
            <a:r>
              <a:rPr lang="en-GB" altLang="ko-KR" sz="1400" dirty="0">
                <a:solidFill>
                  <a:srgbClr val="FF0000"/>
                </a:solidFill>
              </a:rPr>
              <a:t>Please delete or hide this slide if you do not wish to use it.</a:t>
            </a:r>
            <a:endParaRPr lang="ko-KR" altLang="en-US" sz="1400" dirty="0">
              <a:solidFill>
                <a:srgbClr val="FF0000"/>
              </a:solidFill>
            </a:endParaRPr>
          </a:p>
        </p:txBody>
      </p:sp>
      <p:sp>
        <p:nvSpPr>
          <p:cNvPr id="18" name="Rectangle 17">
            <a:extLst>
              <a:ext uri="{FF2B5EF4-FFF2-40B4-BE49-F238E27FC236}">
                <a16:creationId xmlns:a16="http://schemas.microsoft.com/office/drawing/2014/main" xmlns="" id="{23A954BE-357D-D7A6-7D3B-071687103BA3}"/>
              </a:ext>
            </a:extLst>
          </p:cNvPr>
          <p:cNvSpPr/>
          <p:nvPr/>
        </p:nvSpPr>
        <p:spPr>
          <a:xfrm>
            <a:off x="7053466" y="5890048"/>
            <a:ext cx="3099525" cy="623295"/>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Copy the </a:t>
            </a:r>
            <a:r>
              <a:rPr lang="en-US" altLang="ko-KR" sz="900" b="1" u="sng" dirty="0">
                <a:effectLst>
                  <a:outerShdw blurRad="38100" dist="38100" dir="2700000" algn="tl">
                    <a:srgbClr val="000000">
                      <a:alpha val="43137"/>
                    </a:srgbClr>
                  </a:outerShdw>
                </a:effectLst>
              </a:rPr>
              <a:t>ATTENTION</a:t>
            </a:r>
            <a:r>
              <a:rPr lang="en-US" altLang="ko-KR" sz="900" b="1" dirty="0">
                <a:effectLst>
                  <a:outerShdw blurRad="38100" dist="38100" dir="2700000" algn="tl">
                    <a:srgbClr val="000000">
                      <a:alpha val="43137"/>
                    </a:srgbClr>
                  </a:outerShdw>
                </a:effectLst>
              </a:rPr>
              <a:t> box to the skill/grammar review slide of your (PPT). Please delete the box from this file (DOC) </a:t>
            </a:r>
          </a:p>
          <a:p>
            <a:pPr algn="ctr"/>
            <a:r>
              <a:rPr lang="en-US" altLang="ko-KR" sz="900" b="1" dirty="0">
                <a:effectLst>
                  <a:outerShdw blurRad="38100" dist="38100" dir="2700000" algn="tl">
                    <a:srgbClr val="000000">
                      <a:alpha val="43137"/>
                    </a:srgbClr>
                  </a:outerShdw>
                </a:effectLst>
              </a:rPr>
              <a:t>Note: </a:t>
            </a:r>
            <a:r>
              <a:rPr lang="en-US" altLang="ko-KR" sz="900" b="1">
                <a:effectLst>
                  <a:outerShdw blurRad="38100" dist="38100" dir="2700000" algn="tl">
                    <a:srgbClr val="000000">
                      <a:alpha val="43137"/>
                    </a:srgbClr>
                  </a:outerShdw>
                </a:effectLst>
              </a:rPr>
              <a:t>Place in </a:t>
            </a:r>
            <a:r>
              <a:rPr lang="en-US" altLang="ko-KR" sz="900" b="1" dirty="0">
                <a:effectLst>
                  <a:outerShdw blurRad="38100" dist="38100" dir="2700000" algn="tl">
                    <a:srgbClr val="000000">
                      <a:alpha val="43137"/>
                    </a:srgbClr>
                  </a:outerShdw>
                </a:effectLst>
              </a:rPr>
              <a:t>the middle of the review slide.</a:t>
            </a:r>
          </a:p>
        </p:txBody>
      </p:sp>
    </p:spTree>
    <p:extLst>
      <p:ext uri="{BB962C8B-B14F-4D97-AF65-F5344CB8AC3E}">
        <p14:creationId xmlns:p14="http://schemas.microsoft.com/office/powerpoint/2010/main" val="3620555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62177604"/>
              </p:ext>
            </p:extLst>
          </p:nvPr>
        </p:nvGraphicFramePr>
        <p:xfrm>
          <a:off x="604024" y="3175108"/>
          <a:ext cx="5921415" cy="375404"/>
        </p:xfrm>
        <a:graphic>
          <a:graphicData uri="http://schemas.openxmlformats.org/drawingml/2006/table">
            <a:tbl>
              <a:tblPr firstRow="1" bandRow="1">
                <a:tableStyleId>{5C22544A-7EE6-4342-B048-85BDC9FD1C3A}</a:tableStyleId>
              </a:tblPr>
              <a:tblGrid>
                <a:gridCol w="1184283">
                  <a:extLst>
                    <a:ext uri="{9D8B030D-6E8A-4147-A177-3AD203B41FA5}">
                      <a16:colId xmlns="" xmlns:a16="http://schemas.microsoft.com/office/drawing/2014/main" val="20000"/>
                    </a:ext>
                  </a:extLst>
                </a:gridCol>
                <a:gridCol w="1184283">
                  <a:extLst>
                    <a:ext uri="{9D8B030D-6E8A-4147-A177-3AD203B41FA5}">
                      <a16:colId xmlns="" xmlns:a16="http://schemas.microsoft.com/office/drawing/2014/main" val="20001"/>
                    </a:ext>
                  </a:extLst>
                </a:gridCol>
                <a:gridCol w="1184283">
                  <a:extLst>
                    <a:ext uri="{9D8B030D-6E8A-4147-A177-3AD203B41FA5}">
                      <a16:colId xmlns="" xmlns:a16="http://schemas.microsoft.com/office/drawing/2014/main" val="20002"/>
                    </a:ext>
                  </a:extLst>
                </a:gridCol>
                <a:gridCol w="1184283">
                  <a:extLst>
                    <a:ext uri="{9D8B030D-6E8A-4147-A177-3AD203B41FA5}">
                      <a16:colId xmlns="" xmlns:a16="http://schemas.microsoft.com/office/drawing/2014/main" val="20003"/>
                    </a:ext>
                  </a:extLst>
                </a:gridCol>
                <a:gridCol w="1184283">
                  <a:extLst>
                    <a:ext uri="{9D8B030D-6E8A-4147-A177-3AD203B41FA5}">
                      <a16:colId xmlns="" xmlns:a16="http://schemas.microsoft.com/office/drawing/2014/main" val="20004"/>
                    </a:ext>
                  </a:extLst>
                </a:gridCol>
              </a:tblGrid>
              <a:tr h="187702">
                <a:tc>
                  <a:txBody>
                    <a:bodyPr/>
                    <a:lstStyle/>
                    <a:p>
                      <a:r>
                        <a:rPr lang="en-US" sz="1100" b="0" dirty="0">
                          <a:solidFill>
                            <a:srgbClr val="FF0000"/>
                          </a:solidFill>
                          <a:effectLst/>
                        </a:rPr>
                        <a:t>1)</a:t>
                      </a:r>
                      <a:r>
                        <a:rPr lang="en-US" sz="1100" b="0" baseline="0" dirty="0">
                          <a:solidFill>
                            <a:srgbClr val="FF0000"/>
                          </a:solidFill>
                          <a:effectLst/>
                        </a:rPr>
                        <a:t> </a:t>
                      </a:r>
                      <a:endParaRPr lang="en-US" sz="1100" b="0" dirty="0">
                        <a:solidFill>
                          <a:srgbClr val="FF0000"/>
                        </a:solidFill>
                        <a:effectLst/>
                      </a:endParaRP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2)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3)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4)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5)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0"/>
                  </a:ext>
                </a:extLst>
              </a:tr>
              <a:tr h="187702">
                <a:tc>
                  <a:txBody>
                    <a:bodyPr/>
                    <a:lstStyle/>
                    <a:p>
                      <a:r>
                        <a:rPr lang="en-US" sz="1100" b="0" dirty="0">
                          <a:solidFill>
                            <a:srgbClr val="FF0000"/>
                          </a:solidFill>
                          <a:effectLst/>
                        </a:rPr>
                        <a:t>6)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7)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8)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9)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10)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1"/>
                  </a:ext>
                </a:extLst>
              </a:tr>
            </a:tbl>
          </a:graphicData>
        </a:graphic>
      </p:graphicFrame>
      <p:grpSp>
        <p:nvGrpSpPr>
          <p:cNvPr id="4" name="Group 3">
            <a:extLst>
              <a:ext uri="{FF2B5EF4-FFF2-40B4-BE49-F238E27FC236}">
                <a16:creationId xmlns="" xmlns:a16="http://schemas.microsoft.com/office/drawing/2014/main" id="{A384AA4A-B2CB-3E7B-2048-D594AD97B474}"/>
              </a:ext>
            </a:extLst>
          </p:cNvPr>
          <p:cNvGrpSpPr/>
          <p:nvPr/>
        </p:nvGrpSpPr>
        <p:grpSpPr>
          <a:xfrm>
            <a:off x="477169" y="1380006"/>
            <a:ext cx="6175125" cy="8244643"/>
            <a:chOff x="459000" y="1323381"/>
            <a:chExt cx="5940000" cy="7906342"/>
          </a:xfrm>
        </p:grpSpPr>
        <p:sp>
          <p:nvSpPr>
            <p:cNvPr id="8" name="Rectangle 7"/>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Practice: </a:t>
              </a:r>
              <a:r>
                <a:rPr lang="en-US" altLang="ko-KR" sz="1100" i="1" dirty="0">
                  <a:solidFill>
                    <a:schemeClr val="tx1"/>
                  </a:solidFill>
                  <a:cs typeface="Arial"/>
                </a:rPr>
                <a:t>Introduces and practices the skill.</a:t>
              </a:r>
              <a:endParaRPr lang="ko-KR" altLang="ko-KR" sz="1100" i="1" dirty="0">
                <a:solidFill>
                  <a:schemeClr val="tx1"/>
                </a:solidFill>
                <a:cs typeface="Arial"/>
              </a:endParaRPr>
            </a:p>
          </p:txBody>
        </p:sp>
        <p:sp>
          <p:nvSpPr>
            <p:cNvPr id="9" name="TextBox 8"/>
            <p:cNvSpPr txBox="1"/>
            <p:nvPr/>
          </p:nvSpPr>
          <p:spPr>
            <a:xfrm>
              <a:off x="459000" y="2354892"/>
              <a:ext cx="5940000" cy="6874831"/>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 </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dirty="0">
                <a:solidFill>
                  <a:schemeClr val="dk1"/>
                </a:solidFill>
              </a:endParaRPr>
            </a:p>
            <a:p>
              <a:endParaRPr lang="en-US" altLang="ko-KR" sz="1100" b="1" u="sng" dirty="0"/>
            </a:p>
            <a:p>
              <a:r>
                <a:rPr lang="en-US" altLang="ko-KR" sz="1100" b="1" dirty="0"/>
                <a:t>Key Instructions</a:t>
              </a:r>
              <a:r>
                <a:rPr lang="en-US" altLang="ko-KR" sz="1100" dirty="0"/>
                <a:t>:</a:t>
              </a:r>
              <a:br>
                <a:rPr lang="en-US" altLang="ko-KR" sz="1100" dirty="0"/>
              </a:br>
              <a:r>
                <a:rPr lang="en-US" altLang="ko-KR" sz="1100" dirty="0"/>
                <a:t/>
              </a:r>
              <a:br>
                <a:rPr lang="en-US" altLang="ko-KR" sz="1100" dirty="0"/>
              </a:br>
              <a:r>
                <a:rPr lang="en-US" altLang="ko-KR" sz="1100" b="1" dirty="0"/>
                <a:t>Additional</a:t>
              </a:r>
              <a:r>
                <a:rPr lang="en-US" altLang="ko-KR" sz="1100" dirty="0"/>
                <a:t> </a:t>
              </a:r>
              <a:r>
                <a:rPr lang="en-US" altLang="ko-KR" sz="1100" b="1" dirty="0"/>
                <a:t>Notes</a:t>
              </a:r>
              <a:r>
                <a:rPr lang="en-US" altLang="ko-KR" sz="1100" dirty="0"/>
                <a:t>:</a:t>
              </a:r>
            </a:p>
            <a:p>
              <a:endParaRPr lang="ko-KR" altLang="ko-KR" sz="1100" dirty="0"/>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en-US" altLang="ko-KR" sz="1100" b="1" dirty="0" smtClean="0">
                <a:solidFill>
                  <a:schemeClr val="dk1"/>
                </a:solidFill>
              </a:endParaRPr>
            </a:p>
            <a:p>
              <a:endParaRPr lang="en-US" altLang="ko-KR" sz="1100" b="1" dirty="0" smtClean="0">
                <a:solidFill>
                  <a:schemeClr val="dk1"/>
                </a:solidFill>
              </a:endParaRPr>
            </a:p>
            <a:p>
              <a:r>
                <a:rPr lang="en-US" altLang="ko-KR" sz="1100" b="1" dirty="0">
                  <a:solidFill>
                    <a:schemeClr val="dk1"/>
                  </a:solidFill>
                </a:rPr>
                <a:t>Part 2: Title </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b="1" dirty="0">
                <a:solidFill>
                  <a:schemeClr val="dk1"/>
                </a:solidFill>
              </a:endParaRPr>
            </a:p>
            <a:p>
              <a:endParaRPr lang="en-US" altLang="ko-KR" sz="1100" b="1" dirty="0"/>
            </a:p>
            <a:p>
              <a:r>
                <a:rPr lang="en-US" altLang="ko-KR" sz="1100" b="1" dirty="0"/>
                <a:t>Key Instructions</a:t>
              </a:r>
              <a:r>
                <a:rPr lang="en-US" altLang="ko-KR" sz="1100" dirty="0"/>
                <a:t>:</a:t>
              </a:r>
              <a:br>
                <a:rPr lang="en-US" altLang="ko-KR" sz="1100" dirty="0"/>
              </a:br>
              <a:r>
                <a:rPr lang="en-US" altLang="ko-KR" sz="1100" dirty="0"/>
                <a:t/>
              </a: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a:p>
              <a:endParaRPr lang="en-US" altLang="ko-KR" sz="1100" dirty="0">
                <a:solidFill>
                  <a:schemeClr val="dk1"/>
                </a:solidFill>
              </a:endParaRPr>
            </a:p>
            <a:p>
              <a:endParaRPr lang="en-US" altLang="ko-KR" sz="1100" b="1" u="sng" dirty="0"/>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en-US" altLang="ko-KR" sz="1100" dirty="0">
                <a:solidFill>
                  <a:srgbClr val="FF0000"/>
                </a:solidFill>
              </a:endParaRPr>
            </a:p>
            <a:p>
              <a:endParaRPr lang="en-US" altLang="ko-KR" sz="1100" dirty="0">
                <a:solidFill>
                  <a:srgbClr val="FF0000"/>
                </a:solidFill>
              </a:endParaRPr>
            </a:p>
            <a:p>
              <a:r>
                <a:rPr lang="en-US" altLang="ko-KR" sz="1100" b="1" dirty="0">
                  <a:solidFill>
                    <a:schemeClr val="dk1"/>
                  </a:solidFill>
                </a:rPr>
                <a:t>Part 3: Title</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b="1" dirty="0">
                <a:solidFill>
                  <a:schemeClr val="dk1"/>
                </a:solidFill>
              </a:endParaRPr>
            </a:p>
            <a:p>
              <a:endParaRPr lang="en-US" altLang="ko-KR" sz="1100" dirty="0">
                <a:solidFill>
                  <a:schemeClr val="dk1"/>
                </a:solidFill>
              </a:endParaRPr>
            </a:p>
            <a:p>
              <a:r>
                <a:rPr lang="en-US" altLang="ko-KR" sz="1100" b="1" dirty="0"/>
                <a:t>Key Instructions</a:t>
              </a:r>
              <a:r>
                <a:rPr lang="en-US" altLang="ko-KR" sz="1100" dirty="0"/>
                <a:t>:</a:t>
              </a:r>
              <a:br>
                <a:rPr lang="en-US" altLang="ko-KR" sz="1100" dirty="0"/>
              </a:br>
              <a:r>
                <a:rPr lang="en-US" altLang="ko-KR" sz="1100" dirty="0"/>
                <a:t/>
              </a: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a:p>
              <a:endParaRPr lang="en-US" altLang="ko-KR" sz="1100" dirty="0">
                <a:solidFill>
                  <a:schemeClr val="dk1"/>
                </a:solidFill>
              </a:endParaRPr>
            </a:p>
            <a:p>
              <a:endParaRPr lang="ko-KR" altLang="ko-KR" sz="1100" dirty="0">
                <a:solidFill>
                  <a:srgbClr val="FF0000"/>
                </a:solidFill>
              </a:endParaRPr>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ko-KR" altLang="ko-KR" sz="1100" dirty="0">
                <a:solidFill>
                  <a:srgbClr val="FF0000"/>
                </a:solidFill>
              </a:endParaRPr>
            </a:p>
          </p:txBody>
        </p:sp>
        <p:sp>
          <p:nvSpPr>
            <p:cNvPr id="3" name="Rectangle 2">
              <a:extLst>
                <a:ext uri="{FF2B5EF4-FFF2-40B4-BE49-F238E27FC236}">
                  <a16:creationId xmlns="" xmlns:a16="http://schemas.microsoft.com/office/drawing/2014/main" id="{1C686B80-85D4-DA9A-4DC1-1AD9750FFC31}"/>
                </a:ext>
              </a:extLst>
            </p:cNvPr>
            <p:cNvSpPr/>
            <p:nvPr/>
          </p:nvSpPr>
          <p:spPr>
            <a:xfrm>
              <a:off x="459000" y="1539380"/>
              <a:ext cx="5940000" cy="81551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15-20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interactions and opportunities for students to use English. Pair and group work for later practices is ideal. Activities should normally increase in difficulty and build on each other with the aim of enabling students to freely use the skill in the production.</a:t>
              </a:r>
              <a:endParaRPr lang="ko-KR" altLang="ko-KR" sz="1100" i="1" dirty="0">
                <a:solidFill>
                  <a:schemeClr val="tx1"/>
                </a:solidFill>
                <a:cs typeface="Arial"/>
              </a:endParaRPr>
            </a:p>
          </p:txBody>
        </p:sp>
      </p:grpSp>
    </p:spTree>
    <p:extLst>
      <p:ext uri="{BB962C8B-B14F-4D97-AF65-F5344CB8AC3E}">
        <p14:creationId xmlns:p14="http://schemas.microsoft.com/office/powerpoint/2010/main" val="202353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77169" y="9339477"/>
            <a:ext cx="6175125" cy="28517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t" anchorCtr="0">
            <a:normAutofit/>
          </a:bodyPr>
          <a:lstStyle/>
          <a:p>
            <a:pPr>
              <a:lnSpc>
                <a:spcPct val="107000"/>
              </a:lnSpc>
            </a:pPr>
            <a:r>
              <a:rPr lang="en-US" altLang="ko-KR" sz="1100" b="1" i="1" dirty="0">
                <a:solidFill>
                  <a:schemeClr val="tx1"/>
                </a:solidFill>
                <a:cs typeface="Arial"/>
              </a:rPr>
              <a:t>Notes:</a:t>
            </a:r>
            <a:endParaRPr lang="ko-KR" altLang="ko-KR" sz="1100" dirty="0">
              <a:solidFill>
                <a:schemeClr val="tx1"/>
              </a:solidFill>
              <a:cs typeface="Arial"/>
            </a:endParaRPr>
          </a:p>
        </p:txBody>
      </p:sp>
      <p:grpSp>
        <p:nvGrpSpPr>
          <p:cNvPr id="3" name="Group 2">
            <a:extLst>
              <a:ext uri="{FF2B5EF4-FFF2-40B4-BE49-F238E27FC236}">
                <a16:creationId xmlns="" xmlns:a16="http://schemas.microsoft.com/office/drawing/2014/main" id="{973F2FCD-FD73-C47A-9D0A-17CC18A44414}"/>
              </a:ext>
            </a:extLst>
          </p:cNvPr>
          <p:cNvGrpSpPr/>
          <p:nvPr/>
        </p:nvGrpSpPr>
        <p:grpSpPr>
          <a:xfrm>
            <a:off x="477169" y="1371918"/>
            <a:ext cx="6175125" cy="5604962"/>
            <a:chOff x="459000" y="1323381"/>
            <a:chExt cx="5940000" cy="5891402"/>
          </a:xfrm>
        </p:grpSpPr>
        <p:sp>
          <p:nvSpPr>
            <p:cNvPr id="15" name="Rectangle 14"/>
            <p:cNvSpPr/>
            <p:nvPr/>
          </p:nvSpPr>
          <p:spPr>
            <a:xfrm>
              <a:off x="459000" y="1323381"/>
              <a:ext cx="5940000" cy="215999"/>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Production: </a:t>
              </a:r>
              <a:r>
                <a:rPr lang="en-US" altLang="ko-KR" sz="1100" i="1" dirty="0">
                  <a:solidFill>
                    <a:schemeClr val="tx1"/>
                  </a:solidFill>
                  <a:cs typeface="Arial"/>
                </a:rPr>
                <a:t>Combines the focus, topic, and skill of the lesson in a student-centered activity.</a:t>
              </a:r>
              <a:endParaRPr lang="ko-KR" altLang="ko-KR" sz="1100" i="1" dirty="0">
                <a:solidFill>
                  <a:schemeClr val="tx1"/>
                </a:solidFill>
                <a:cs typeface="Arial"/>
              </a:endParaRPr>
            </a:p>
          </p:txBody>
        </p:sp>
        <p:sp>
          <p:nvSpPr>
            <p:cNvPr id="16" name="TextBox 15"/>
            <p:cNvSpPr txBox="1"/>
            <p:nvPr/>
          </p:nvSpPr>
          <p:spPr>
            <a:xfrm>
              <a:off x="459000" y="2182753"/>
              <a:ext cx="5940000" cy="5032030"/>
            </a:xfrm>
            <a:prstGeom prst="rect">
              <a:avLst/>
            </a:prstGeom>
            <a:solidFill>
              <a:schemeClr val="bg1"/>
            </a:solidFill>
            <a:ln>
              <a:solidFill>
                <a:schemeClr val="tx1"/>
              </a:solidFill>
            </a:ln>
          </p:spPr>
          <p:txBody>
            <a:bodyPr wrap="square" rtlCol="0" anchor="t" anchorCtr="0">
              <a:normAutofit/>
            </a:bodyPr>
            <a:lstStyle/>
            <a:p>
              <a:r>
                <a:rPr lang="en-US" altLang="ko-KR" sz="1100" b="1" dirty="0">
                  <a:solidFill>
                    <a:schemeClr val="dk1"/>
                  </a:solidFill>
                </a:rPr>
                <a:t>Part 1: Title </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ko-KR" altLang="ko-KR" sz="1100" dirty="0"/>
            </a:p>
            <a:p>
              <a:endParaRPr lang="en-US" altLang="ko-KR" sz="1100" dirty="0"/>
            </a:p>
            <a:p>
              <a:r>
                <a:rPr lang="en-US" altLang="ko-KR" sz="1100" b="1" dirty="0"/>
                <a:t>Key Instructions</a:t>
              </a:r>
              <a:r>
                <a:rPr lang="en-US" altLang="ko-KR" sz="1100" dirty="0"/>
                <a:t>:</a:t>
              </a:r>
              <a:br>
                <a:rPr lang="en-US" altLang="ko-KR" sz="1100" dirty="0"/>
              </a:br>
              <a:r>
                <a:rPr lang="en-US" altLang="ko-KR" sz="1100" dirty="0"/>
                <a:t/>
              </a: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p:txBody>
        </p:sp>
      </p:grpSp>
      <p:sp>
        <p:nvSpPr>
          <p:cNvPr id="2" name="Rectangle 1">
            <a:extLst>
              <a:ext uri="{FF2B5EF4-FFF2-40B4-BE49-F238E27FC236}">
                <a16:creationId xmlns="" xmlns:a16="http://schemas.microsoft.com/office/drawing/2014/main" id="{91A61F44-BB6E-BDD9-CCF6-A87D79A13D59}"/>
              </a:ext>
            </a:extLst>
          </p:cNvPr>
          <p:cNvSpPr/>
          <p:nvPr/>
        </p:nvSpPr>
        <p:spPr>
          <a:xfrm>
            <a:off x="477169" y="1561666"/>
            <a:ext cx="6175125" cy="63553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15-20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Aim to maximize students’ speaking opportunities for SP lessons, </a:t>
            </a:r>
            <a:r>
              <a:rPr lang="en-GB" altLang="ko-KR" sz="1100" b="1" i="1" dirty="0">
                <a:solidFill>
                  <a:schemeClr val="tx1"/>
                </a:solidFill>
                <a:cs typeface="Arial"/>
              </a:rPr>
              <a:t>avoid</a:t>
            </a:r>
            <a:r>
              <a:rPr lang="en-GB" altLang="ko-KR" sz="1100" i="1" dirty="0">
                <a:solidFill>
                  <a:schemeClr val="tx1"/>
                </a:solidFill>
                <a:cs typeface="Arial"/>
              </a:rPr>
              <a:t> activities that only require 1 student to speak at a time. For WR lessons, try to push students and their abilities. </a:t>
            </a:r>
            <a:endParaRPr lang="ko-KR" altLang="ko-KR" sz="1100" i="1" dirty="0">
              <a:solidFill>
                <a:schemeClr val="tx1"/>
              </a:solidFill>
              <a:cs typeface="Arial"/>
            </a:endParaRPr>
          </a:p>
        </p:txBody>
      </p:sp>
      <p:grpSp>
        <p:nvGrpSpPr>
          <p:cNvPr id="5" name="Group 4">
            <a:extLst>
              <a:ext uri="{FF2B5EF4-FFF2-40B4-BE49-F238E27FC236}">
                <a16:creationId xmlns="" xmlns:a16="http://schemas.microsoft.com/office/drawing/2014/main" id="{D753F414-2AD2-729E-2A7A-3392F8A506D2}"/>
              </a:ext>
            </a:extLst>
          </p:cNvPr>
          <p:cNvGrpSpPr/>
          <p:nvPr/>
        </p:nvGrpSpPr>
        <p:grpSpPr>
          <a:xfrm>
            <a:off x="477169" y="7205902"/>
            <a:ext cx="6175125" cy="1909189"/>
            <a:chOff x="459000" y="6910224"/>
            <a:chExt cx="5940000" cy="1830850"/>
          </a:xfrm>
        </p:grpSpPr>
        <p:sp>
          <p:nvSpPr>
            <p:cNvPr id="18" name="Rectangle 17"/>
            <p:cNvSpPr/>
            <p:nvPr/>
          </p:nvSpPr>
          <p:spPr>
            <a:xfrm>
              <a:off x="459000" y="6910224"/>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Closure: </a:t>
              </a:r>
              <a:r>
                <a:rPr lang="en-US" altLang="ko-KR" sz="1100" i="1" dirty="0">
                  <a:solidFill>
                    <a:schemeClr val="tx1"/>
                  </a:solidFill>
                  <a:cs typeface="Arial"/>
                </a:rPr>
                <a:t>A time for the students to reflect on what they have learned in the class.</a:t>
              </a:r>
              <a:endParaRPr lang="ko-KR" altLang="ko-KR" sz="1100" i="1" dirty="0">
                <a:solidFill>
                  <a:schemeClr val="tx1"/>
                </a:solidFill>
                <a:cs typeface="Arial"/>
              </a:endParaRPr>
            </a:p>
          </p:txBody>
        </p:sp>
        <p:sp>
          <p:nvSpPr>
            <p:cNvPr id="19" name="TextBox 18"/>
            <p:cNvSpPr txBox="1"/>
            <p:nvPr/>
          </p:nvSpPr>
          <p:spPr>
            <a:xfrm>
              <a:off x="459000" y="7520507"/>
              <a:ext cx="5940000" cy="1220567"/>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ko-KR" altLang="ko-KR" sz="1100" dirty="0"/>
            </a:p>
            <a:p>
              <a:endParaRPr lang="en-US" altLang="ko-KR" sz="1100" dirty="0"/>
            </a:p>
            <a:p>
              <a:r>
                <a:rPr lang="en-US" altLang="ko-KR" sz="1100" b="1" dirty="0"/>
                <a:t>Key Instructions</a:t>
              </a:r>
              <a:r>
                <a:rPr lang="en-US" altLang="ko-KR" sz="1100" dirty="0"/>
                <a:t>:</a:t>
              </a:r>
              <a:br>
                <a:rPr lang="en-US" altLang="ko-KR" sz="1100" dirty="0"/>
              </a:br>
              <a:r>
                <a:rPr lang="en-US" altLang="ko-KR" sz="1100" dirty="0"/>
                <a:t/>
              </a: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p:txBody>
        </p:sp>
        <p:sp>
          <p:nvSpPr>
            <p:cNvPr id="4" name="Rectangle 3">
              <a:extLst>
                <a:ext uri="{FF2B5EF4-FFF2-40B4-BE49-F238E27FC236}">
                  <a16:creationId xmlns="" xmlns:a16="http://schemas.microsoft.com/office/drawing/2014/main" id="{5BA569FF-FCA3-D19C-E2ED-7063F9099946}"/>
                </a:ext>
              </a:extLst>
            </p:cNvPr>
            <p:cNvSpPr/>
            <p:nvPr/>
          </p:nvSpPr>
          <p:spPr>
            <a:xfrm>
              <a:off x="459000" y="7126225"/>
              <a:ext cx="5940000" cy="397216"/>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Under 5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Sharing the production activity is not a closure.</a:t>
              </a:r>
              <a:endParaRPr lang="ko-KR" altLang="ko-KR" sz="1100" i="1" dirty="0">
                <a:solidFill>
                  <a:schemeClr val="tx1"/>
                </a:solidFill>
                <a:cs typeface="Arial"/>
              </a:endParaRPr>
            </a:p>
          </p:txBody>
        </p:sp>
      </p:grpSp>
    </p:spTree>
    <p:extLst>
      <p:ext uri="{BB962C8B-B14F-4D97-AF65-F5344CB8AC3E}">
        <p14:creationId xmlns:p14="http://schemas.microsoft.com/office/powerpoint/2010/main" val="22448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F8DC61-2063-440A-59FC-BE08FF041C9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xmlns="" id="{95DB567D-501F-49B0-6CF7-270B2632E2C6}"/>
              </a:ext>
            </a:extLst>
          </p:cNvPr>
          <p:cNvSpPr/>
          <p:nvPr/>
        </p:nvSpPr>
        <p:spPr>
          <a:xfrm>
            <a:off x="461926" y="1338013"/>
            <a:ext cx="6175125" cy="315603"/>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Teaching Notes: Space to make notes before, during, or after classes as needed.</a:t>
            </a:r>
            <a:endParaRPr lang="ko-KR" altLang="ko-KR" sz="1100" i="1" dirty="0">
              <a:solidFill>
                <a:schemeClr val="tx1"/>
              </a:solidFill>
              <a:cs typeface="Arial"/>
            </a:endParaRPr>
          </a:p>
        </p:txBody>
      </p:sp>
      <p:graphicFrame>
        <p:nvGraphicFramePr>
          <p:cNvPr id="4" name="Table 3">
            <a:extLst>
              <a:ext uri="{FF2B5EF4-FFF2-40B4-BE49-F238E27FC236}">
                <a16:creationId xmlns:a16="http://schemas.microsoft.com/office/drawing/2014/main" xmlns="" id="{7E695EF3-B347-9CFF-809D-A37AD790F668}"/>
              </a:ext>
            </a:extLst>
          </p:cNvPr>
          <p:cNvGraphicFramePr>
            <a:graphicFrameLocks noGrp="1"/>
          </p:cNvGraphicFramePr>
          <p:nvPr>
            <p:extLst>
              <p:ext uri="{D42A27DB-BD31-4B8C-83A1-F6EECF244321}">
                <p14:modId xmlns:p14="http://schemas.microsoft.com/office/powerpoint/2010/main" val="2360361655"/>
              </p:ext>
            </p:extLst>
          </p:nvPr>
        </p:nvGraphicFramePr>
        <p:xfrm>
          <a:off x="466373" y="1658383"/>
          <a:ext cx="6174000" cy="7950078"/>
        </p:xfrm>
        <a:graphic>
          <a:graphicData uri="http://schemas.openxmlformats.org/drawingml/2006/table">
            <a:tbl>
              <a:tblPr firstRow="1" bandRow="1">
                <a:tableStyleId>{073A0DAA-6AF3-43AB-8588-CEC1D06C72B9}</a:tableStyleId>
              </a:tblPr>
              <a:tblGrid>
                <a:gridCol w="753236">
                  <a:extLst>
                    <a:ext uri="{9D8B030D-6E8A-4147-A177-3AD203B41FA5}">
                      <a16:colId xmlns:a16="http://schemas.microsoft.com/office/drawing/2014/main" xmlns="" val="667604236"/>
                    </a:ext>
                  </a:extLst>
                </a:gridCol>
                <a:gridCol w="579434">
                  <a:extLst>
                    <a:ext uri="{9D8B030D-6E8A-4147-A177-3AD203B41FA5}">
                      <a16:colId xmlns:a16="http://schemas.microsoft.com/office/drawing/2014/main" xmlns="" val="3352657373"/>
                    </a:ext>
                  </a:extLst>
                </a:gridCol>
                <a:gridCol w="594683">
                  <a:extLst>
                    <a:ext uri="{9D8B030D-6E8A-4147-A177-3AD203B41FA5}">
                      <a16:colId xmlns:a16="http://schemas.microsoft.com/office/drawing/2014/main" xmlns="" val="4239425172"/>
                    </a:ext>
                  </a:extLst>
                </a:gridCol>
                <a:gridCol w="594683">
                  <a:extLst>
                    <a:ext uri="{9D8B030D-6E8A-4147-A177-3AD203B41FA5}">
                      <a16:colId xmlns:a16="http://schemas.microsoft.com/office/drawing/2014/main" xmlns="" val="3393255639"/>
                    </a:ext>
                  </a:extLst>
                </a:gridCol>
                <a:gridCol w="594683">
                  <a:extLst>
                    <a:ext uri="{9D8B030D-6E8A-4147-A177-3AD203B41FA5}">
                      <a16:colId xmlns:a16="http://schemas.microsoft.com/office/drawing/2014/main" xmlns="" val="3879254390"/>
                    </a:ext>
                  </a:extLst>
                </a:gridCol>
                <a:gridCol w="3057281">
                  <a:extLst>
                    <a:ext uri="{9D8B030D-6E8A-4147-A177-3AD203B41FA5}">
                      <a16:colId xmlns:a16="http://schemas.microsoft.com/office/drawing/2014/main" xmlns="" val="3622334802"/>
                    </a:ext>
                  </a:extLst>
                </a:gridCol>
              </a:tblGrid>
              <a:tr h="273600">
                <a:tc>
                  <a:txBody>
                    <a:bodyPr/>
                    <a:lstStyle/>
                    <a:p>
                      <a:pPr algn="ctr"/>
                      <a:r>
                        <a:rPr lang="en-US" sz="1100" b="1" kern="1200" dirty="0">
                          <a:solidFill>
                            <a:schemeClr val="dk1"/>
                          </a:solidFill>
                          <a:latin typeface="+mn-lt"/>
                          <a:ea typeface="+mn-ea"/>
                          <a:cs typeface="+mn-cs"/>
                        </a:rPr>
                        <a:t>Timing</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050" dirty="0">
                          <a:solidFill>
                            <a:sysClr val="windowText" lastClr="000000"/>
                          </a:solidFill>
                        </a:rPr>
                        <a:t>Target</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100" dirty="0">
                          <a:solidFill>
                            <a:sysClr val="windowText" lastClr="000000"/>
                          </a:solidFill>
                        </a:rPr>
                        <a:t>Class 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100" dirty="0">
                          <a:solidFill>
                            <a:sysClr val="windowText" lastClr="000000"/>
                          </a:solidFill>
                        </a:rPr>
                        <a:t>Class 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100" dirty="0">
                          <a:solidFill>
                            <a:sysClr val="windowText" lastClr="000000"/>
                          </a:solidFill>
                        </a:rPr>
                        <a:t>Class 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100" dirty="0">
                          <a:solidFill>
                            <a:sysClr val="windowText" lastClr="000000"/>
                          </a:solidFill>
                        </a:rPr>
                        <a:t>Possible Changes &amp; Considerations (Before Class)</a:t>
                      </a:r>
                      <a:endParaRPr lang="en-US" sz="1100" dirty="0">
                        <a:solidFill>
                          <a:sysClr val="windowText" lastClr="000000"/>
                        </a:solidFill>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4130702070"/>
                  </a:ext>
                </a:extLst>
              </a:tr>
              <a:tr h="273600">
                <a:tc>
                  <a:txBody>
                    <a:bodyPr/>
                    <a:lstStyle/>
                    <a:p>
                      <a:pPr algn="ctr"/>
                      <a:r>
                        <a:rPr lang="en-US" sz="1100" b="1" dirty="0"/>
                        <a:t>Welcome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100" i="1" dirty="0"/>
                        <a:t>1-2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9">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086037098"/>
                  </a:ext>
                </a:extLst>
              </a:tr>
              <a:tr h="208637">
                <a:tc>
                  <a:txBody>
                    <a:bodyPr/>
                    <a:lstStyle/>
                    <a:p>
                      <a:pPr algn="ctr"/>
                      <a:r>
                        <a:rPr lang="en-US" sz="1100" b="1" kern="1200" dirty="0">
                          <a:solidFill>
                            <a:schemeClr val="dk1"/>
                          </a:solidFill>
                          <a:latin typeface="+mn-lt"/>
                          <a:ea typeface="+mn-ea"/>
                          <a:cs typeface="+mn-cs"/>
                        </a:rPr>
                        <a:t>PLE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en-US" sz="1100" i="1" dirty="0"/>
                        <a:t>5-7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98475535"/>
                  </a:ext>
                </a:extLst>
              </a:tr>
              <a:tr h="252000">
                <a:tc>
                  <a:txBody>
                    <a:bodyPr/>
                    <a:lstStyle/>
                    <a:p>
                      <a:pPr algn="ctr"/>
                      <a:r>
                        <a:rPr lang="en-US" sz="1100" b="1" dirty="0"/>
                        <a:t>Warm-up</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100" i="1" dirty="0"/>
                        <a:t>5-7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78741305"/>
                  </a:ext>
                </a:extLst>
              </a:tr>
              <a:tr h="263799">
                <a:tc>
                  <a:txBody>
                    <a:bodyPr/>
                    <a:lstStyle/>
                    <a:p>
                      <a:pPr algn="ctr"/>
                      <a:r>
                        <a:rPr lang="en-US" sz="1100" b="1" dirty="0"/>
                        <a:t>Teach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ctr" defTabSz="714192" rtl="0" eaLnBrk="1" fontAlgn="auto" latinLnBrk="0" hangingPunct="1">
                        <a:lnSpc>
                          <a:spcPct val="100000"/>
                        </a:lnSpc>
                        <a:spcBef>
                          <a:spcPts val="0"/>
                        </a:spcBef>
                        <a:spcAft>
                          <a:spcPts val="0"/>
                        </a:spcAft>
                        <a:buClrTx/>
                        <a:buSzTx/>
                        <a:buFontTx/>
                        <a:buNone/>
                        <a:tabLst/>
                        <a:defRPr/>
                      </a:pPr>
                      <a:r>
                        <a:rPr lang="en-US" sz="1100" i="1" dirty="0"/>
                        <a:t>&lt; 5</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00914052"/>
                  </a:ext>
                </a:extLst>
              </a:tr>
              <a:tr h="263799">
                <a:tc>
                  <a:txBody>
                    <a:bodyPr/>
                    <a:lstStyle/>
                    <a:p>
                      <a:pPr algn="ctr"/>
                      <a:r>
                        <a:rPr lang="en-US" sz="1100" b="1" dirty="0"/>
                        <a:t>P1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algn="ctr"/>
                      <a:r>
                        <a:rPr lang="en-US" sz="1100" i="1" dirty="0"/>
                        <a:t>15-20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39347932"/>
                  </a:ext>
                </a:extLst>
              </a:tr>
              <a:tr h="263799">
                <a:tc>
                  <a:txBody>
                    <a:bodyPr/>
                    <a:lstStyle/>
                    <a:p>
                      <a:pPr algn="ctr"/>
                      <a:r>
                        <a:rPr lang="en-US" sz="1100" b="1" dirty="0"/>
                        <a:t>P2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62068057"/>
                  </a:ext>
                </a:extLst>
              </a:tr>
              <a:tr h="263799">
                <a:tc>
                  <a:txBody>
                    <a:bodyPr/>
                    <a:lstStyle/>
                    <a:p>
                      <a:pPr algn="ctr"/>
                      <a:r>
                        <a:rPr lang="en-US" sz="1100" b="1" dirty="0"/>
                        <a:t>P3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704721373"/>
                  </a:ext>
                </a:extLst>
              </a:tr>
              <a:tr h="273600">
                <a:tc>
                  <a:txBody>
                    <a:bodyPr/>
                    <a:lstStyle/>
                    <a:p>
                      <a:pPr algn="ctr"/>
                      <a:r>
                        <a:rPr lang="en-US" sz="1100" b="1" dirty="0"/>
                        <a:t>Pro</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en-US" sz="1100" i="1" dirty="0"/>
                        <a:t>15-20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25454395"/>
                  </a:ext>
                </a:extLst>
              </a:tr>
              <a:tr h="263799">
                <a:tc>
                  <a:txBody>
                    <a:bodyPr/>
                    <a:lstStyle/>
                    <a:p>
                      <a:pPr algn="ctr"/>
                      <a:r>
                        <a:rPr lang="en-US" sz="1100" b="1" dirty="0"/>
                        <a:t>Closure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100" i="1" dirty="0"/>
                        <a:t>&lt; 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407659292"/>
                  </a:ext>
                </a:extLst>
              </a:tr>
              <a:tr h="263799">
                <a:tc gridSpan="5">
                  <a:txBody>
                    <a:bodyPr/>
                    <a:lstStyle/>
                    <a:p>
                      <a:pPr algn="ctr"/>
                      <a:r>
                        <a:rPr lang="en-GB" sz="1100" b="1" dirty="0"/>
                        <a:t>Common Student Issues / Errors / Vocab</a:t>
                      </a: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GB" sz="1100" b="1" dirty="0"/>
                        <a:t>Required Changes (During / After Class)</a:t>
                      </a: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3920422031"/>
                  </a:ext>
                </a:extLst>
              </a:tr>
              <a:tr h="2340000">
                <a:tc gridSpan="5">
                  <a:txBody>
                    <a:bodyPr/>
                    <a:lstStyle/>
                    <a:p>
                      <a:pPr algn="ct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075860777"/>
                  </a:ext>
                </a:extLst>
              </a:tr>
              <a:tr h="263799">
                <a:tc gridSpan="6">
                  <a:txBody>
                    <a:bodyPr/>
                    <a:lstStyle/>
                    <a:p>
                      <a:pPr algn="ctr"/>
                      <a:r>
                        <a:rPr lang="en-GB" sz="1100" b="1" dirty="0"/>
                        <a:t>Misc. Notes</a:t>
                      </a: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511206977"/>
                  </a:ext>
                </a:extLst>
              </a:tr>
              <a:tr h="2340000">
                <a:tc gridSpan="6">
                  <a:txBody>
                    <a:bodyPr/>
                    <a:lstStyle/>
                    <a:p>
                      <a:pPr algn="ct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812721964"/>
                  </a:ext>
                </a:extLst>
              </a:tr>
            </a:tbl>
          </a:graphicData>
        </a:graphic>
      </p:graphicFrame>
    </p:spTree>
    <p:extLst>
      <p:ext uri="{BB962C8B-B14F-4D97-AF65-F5344CB8AC3E}">
        <p14:creationId xmlns:p14="http://schemas.microsoft.com/office/powerpoint/2010/main" val="129349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7FA0531-DE13-46F7-82CC-42F09899FD5D}"/>
              </a:ext>
            </a:extLst>
          </p:cNvPr>
          <p:cNvSpPr txBox="1"/>
          <p:nvPr/>
        </p:nvSpPr>
        <p:spPr>
          <a:xfrm>
            <a:off x="477169" y="1806610"/>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6" name="Rectangle 5"/>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5" name="Rectangle 4"/>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Tree>
    <p:extLst>
      <p:ext uri="{BB962C8B-B14F-4D97-AF65-F5344CB8AC3E}">
        <p14:creationId xmlns:p14="http://schemas.microsoft.com/office/powerpoint/2010/main" val="891834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 xmlns:a16="http://schemas.microsoft.com/office/drawing/2014/main" id="{57FA0531-DE13-46F7-82CC-42F09899FD5D}"/>
              </a:ext>
            </a:extLst>
          </p:cNvPr>
          <p:cNvSpPr txBox="1"/>
          <p:nvPr/>
        </p:nvSpPr>
        <p:spPr>
          <a:xfrm>
            <a:off x="477169" y="1806611"/>
            <a:ext cx="6175125" cy="609797"/>
          </a:xfrm>
          <a:prstGeom prst="rect">
            <a:avLst/>
          </a:prstGeom>
          <a:solidFill>
            <a:schemeClr val="bg1"/>
          </a:solidFill>
          <a:ln w="19050">
            <a:solidFill>
              <a:schemeClr val="tx1"/>
            </a:solidFill>
            <a:prstDash val="sysDash"/>
          </a:ln>
          <a:effectLst>
            <a:outerShdw blurRad="50800" dist="38100" dir="2700000" algn="tl" rotWithShape="0">
              <a:prstClr val="black">
                <a:alpha val="40000"/>
              </a:prstClr>
            </a:outerShdw>
          </a:effectLst>
        </p:spPr>
        <p:txBody>
          <a:bodyPr wrap="square" lIns="95226" tIns="47613" rIns="95226" bIns="47613" rtlCol="0" anchor="ctr" anchorCtr="0">
            <a:spAutoFit/>
          </a:bodyPr>
          <a:lstStyle/>
          <a:p>
            <a:pPr algn="ctr"/>
            <a:r>
              <a:rPr lang="en-US" sz="3300" b="1" dirty="0"/>
              <a:t>Title</a:t>
            </a:r>
            <a:endParaRPr lang="en-US" sz="3300" dirty="0"/>
          </a:p>
        </p:txBody>
      </p:sp>
      <p:sp>
        <p:nvSpPr>
          <p:cNvPr id="9" name="TextBox 8">
            <a:extLst>
              <a:ext uri="{FF2B5EF4-FFF2-40B4-BE49-F238E27FC236}">
                <a16:creationId xmlns="" xmlns:a16="http://schemas.microsoft.com/office/drawing/2014/main" id="{57FA0531-DE13-46F7-82CC-42F09899FD5D}"/>
              </a:ext>
            </a:extLst>
          </p:cNvPr>
          <p:cNvSpPr txBox="1"/>
          <p:nvPr/>
        </p:nvSpPr>
        <p:spPr>
          <a:xfrm>
            <a:off x="477169" y="2528379"/>
            <a:ext cx="6175125" cy="326988"/>
          </a:xfrm>
          <a:prstGeom prst="rect">
            <a:avLst/>
          </a:prstGeom>
          <a:solidFill>
            <a:schemeClr val="bg1"/>
          </a:solidFill>
          <a:ln w="6350">
            <a:noFill/>
          </a:ln>
        </p:spPr>
        <p:txBody>
          <a:bodyPr wrap="square" lIns="95226" tIns="47613" rIns="95226" bIns="47613" rtlCol="0">
            <a:spAutoFit/>
          </a:bodyPr>
          <a:lstStyle/>
          <a:p>
            <a:r>
              <a:rPr lang="en-US" altLang="ko-KR" sz="1500" dirty="0"/>
              <a:t>Provide information related to your skill here if needed.</a:t>
            </a:r>
          </a:p>
        </p:txBody>
      </p:sp>
      <p:sp>
        <p:nvSpPr>
          <p:cNvPr id="5" name="TextBox 4">
            <a:extLst>
              <a:ext uri="{FF2B5EF4-FFF2-40B4-BE49-F238E27FC236}">
                <a16:creationId xmlns="" xmlns:a16="http://schemas.microsoft.com/office/drawing/2014/main" id="{57FA0531-DE13-46F7-82CC-42F09899FD5D}"/>
              </a:ext>
            </a:extLst>
          </p:cNvPr>
          <p:cNvSpPr txBox="1"/>
          <p:nvPr/>
        </p:nvSpPr>
        <p:spPr>
          <a:xfrm>
            <a:off x="477169" y="5775483"/>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2" name="Rectangle 1">
            <a:extLst>
              <a:ext uri="{FF2B5EF4-FFF2-40B4-BE49-F238E27FC236}">
                <a16:creationId xmlns="" xmlns:a16="http://schemas.microsoft.com/office/drawing/2014/main" id="{A18A60D8-BAB4-D600-56CA-EAFDBE131B8D}"/>
              </a:ext>
            </a:extLst>
          </p:cNvPr>
          <p:cNvSpPr/>
          <p:nvPr/>
        </p:nvSpPr>
        <p:spPr>
          <a:xfrm>
            <a:off x="477171" y="6268224"/>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Tree>
    <p:extLst>
      <p:ext uri="{BB962C8B-B14F-4D97-AF65-F5344CB8AC3E}">
        <p14:creationId xmlns:p14="http://schemas.microsoft.com/office/powerpoint/2010/main" val="2848187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DD3E59-C036-E529-8F37-EEEEF1F11C31}"/>
            </a:ext>
          </a:extLst>
        </p:cNvPr>
        <p:cNvGrpSpPr/>
        <p:nvPr/>
      </p:nvGrpSpPr>
      <p:grpSpPr>
        <a:xfrm>
          <a:off x="0" y="0"/>
          <a:ext cx="0" cy="0"/>
          <a:chOff x="0" y="0"/>
          <a:chExt cx="0" cy="0"/>
        </a:xfrm>
      </p:grpSpPr>
      <p:sp>
        <p:nvSpPr>
          <p:cNvPr id="6" name="TextBox 5">
            <a:extLst>
              <a:ext uri="{FF2B5EF4-FFF2-40B4-BE49-F238E27FC236}">
                <a16:creationId xmlns="" xmlns:a16="http://schemas.microsoft.com/office/drawing/2014/main" id="{FCB5E974-83B1-2769-F33E-06CF29DA9380}"/>
              </a:ext>
            </a:extLst>
          </p:cNvPr>
          <p:cNvSpPr txBox="1"/>
          <p:nvPr/>
        </p:nvSpPr>
        <p:spPr>
          <a:xfrm>
            <a:off x="477169" y="1806612"/>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4" name="Rectangle 3">
            <a:extLst>
              <a:ext uri="{FF2B5EF4-FFF2-40B4-BE49-F238E27FC236}">
                <a16:creationId xmlns="" xmlns:a16="http://schemas.microsoft.com/office/drawing/2014/main" id="{06131E9F-B8C2-0A44-A82A-9641296AD677}"/>
              </a:ext>
            </a:extLst>
          </p:cNvPr>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5" name="Rectangle 4"/>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Tree>
    <p:extLst>
      <p:ext uri="{BB962C8B-B14F-4D97-AF65-F5344CB8AC3E}">
        <p14:creationId xmlns:p14="http://schemas.microsoft.com/office/powerpoint/2010/main" val="482828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7FA0531-DE13-46F7-82CC-42F09899FD5D}"/>
              </a:ext>
            </a:extLst>
          </p:cNvPr>
          <p:cNvSpPr txBox="1"/>
          <p:nvPr/>
        </p:nvSpPr>
        <p:spPr>
          <a:xfrm>
            <a:off x="477169" y="1806610"/>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13" name="Rectangle 12"/>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
        <p:nvSpPr>
          <p:cNvPr id="5" name="Rectangle 4"/>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Tree>
    <p:extLst>
      <p:ext uri="{BB962C8B-B14F-4D97-AF65-F5344CB8AC3E}">
        <p14:creationId xmlns:p14="http://schemas.microsoft.com/office/powerpoint/2010/main" val="343363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FF6C83DD-4A1F-372F-9DFA-CB5EB360C083}"/>
              </a:ext>
            </a:extLst>
          </p:cNvPr>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
        <p:nvSpPr>
          <p:cNvPr id="3" name="Rectangle 2">
            <a:extLst>
              <a:ext uri="{FF2B5EF4-FFF2-40B4-BE49-F238E27FC236}">
                <a16:creationId xmlns="" xmlns:a16="http://schemas.microsoft.com/office/drawing/2014/main" id="{95313614-47EE-326D-492C-AC7B4520909F}"/>
              </a:ext>
            </a:extLst>
          </p:cNvPr>
          <p:cNvSpPr/>
          <p:nvPr/>
        </p:nvSpPr>
        <p:spPr>
          <a:xfrm>
            <a:off x="3635131" y="394937"/>
            <a:ext cx="3017162" cy="676147"/>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2900" dirty="0">
                <a:effectLst>
                  <a:outerShdw blurRad="38100" dist="38100" dir="2700000" algn="tl">
                    <a:srgbClr val="000000">
                      <a:alpha val="43137"/>
                    </a:srgbClr>
                  </a:outerShdw>
                </a:effectLst>
              </a:rPr>
              <a:t>Teacher’s Page</a:t>
            </a:r>
          </a:p>
        </p:txBody>
      </p:sp>
    </p:spTree>
    <p:extLst>
      <p:ext uri="{BB962C8B-B14F-4D97-AF65-F5344CB8AC3E}">
        <p14:creationId xmlns:p14="http://schemas.microsoft.com/office/powerpoint/2010/main" val="1694105214"/>
      </p:ext>
    </p:extLst>
  </p:cSld>
  <p:clrMapOvr>
    <a:masterClrMapping/>
  </p:clrMapOvr>
</p:sld>
</file>

<file path=ppt/theme/theme1.xml><?xml version="1.0" encoding="utf-8"?>
<a:theme xmlns:a="http://schemas.openxmlformats.org/drawingml/2006/main" name="Master Slid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1308</TotalTime>
  <Words>770</Words>
  <Application>Microsoft Office PowerPoint</Application>
  <PresentationFormat>Custom</PresentationFormat>
  <Paragraphs>168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Times New Roman</vt:lpstr>
      <vt:lpstr>Calibri</vt:lpstr>
      <vt:lpstr>맑은 고딕</vt:lpstr>
      <vt:lpstr>Corbel</vt:lpstr>
      <vt:lpstr>Master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dyb6720</cp:lastModifiedBy>
  <cp:revision>107</cp:revision>
  <cp:lastPrinted>2021-07-20T09:59:16Z</cp:lastPrinted>
  <dcterms:created xsi:type="dcterms:W3CDTF">2020-07-13T16:37:53Z</dcterms:created>
  <dcterms:modified xsi:type="dcterms:W3CDTF">2026-01-16T04:48:45Z</dcterms:modified>
</cp:coreProperties>
</file>