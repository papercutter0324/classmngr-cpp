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11"/>
  </p:notesMasterIdLst>
  <p:handoutMasterIdLst>
    <p:handoutMasterId r:id="rId12"/>
  </p:handoutMasterIdLst>
  <p:sldIdLst>
    <p:sldId id="256" r:id="rId2"/>
    <p:sldId id="292" r:id="rId3"/>
    <p:sldId id="293" r:id="rId4"/>
    <p:sldId id="298" r:id="rId5"/>
    <p:sldId id="297" r:id="rId6"/>
    <p:sldId id="356" r:id="rId7"/>
    <p:sldId id="357" r:id="rId8"/>
    <p:sldId id="359" r:id="rId9"/>
    <p:sldId id="355" r:id="rId10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Secular One" panose="00000500000000000000" pitchFamily="2" charset="-79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E5F"/>
    <a:srgbClr val="BCE292"/>
    <a:srgbClr val="FF896F"/>
    <a:srgbClr val="FF3E13"/>
    <a:srgbClr val="92D050"/>
    <a:srgbClr val="FF725B"/>
    <a:srgbClr val="79D31F"/>
    <a:srgbClr val="FF5437"/>
    <a:srgbClr val="F09268"/>
    <a:srgbClr val="ED7F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B4B94A-8B87-44F8-A57B-6C307B256FE8}" v="74" dt="2025-02-10T02:45:59.467"/>
    <p1510:client id="{D5BE2BE2-F9EE-466F-8347-09B5E7E4EA11}" v="4" dt="2025-02-10T02:53:05.428"/>
  </p1510:revLst>
</p1510:revInfo>
</file>

<file path=ppt/tableStyles.xml><?xml version="1.0" encoding="utf-8"?>
<a:tblStyleLst xmlns:a="http://schemas.openxmlformats.org/drawingml/2006/main" def="{47B86AD5-A970-499E-A0DD-D9967E74680C}">
  <a:tblStyle styleId="{47B86AD5-A970-499E-A0DD-D9967E7468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-222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88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YB Suji" userId="BwvgihFwa0Iam+RX21jJL7o5sUsJtN/suizg9Iw6gnE=" providerId="None" clId="Web-{BAB4B94A-8B87-44F8-A57B-6C307B256FE8}"/>
    <pc:docChg chg="modSld">
      <pc:chgData name="DYB Suji" userId="BwvgihFwa0Iam+RX21jJL7o5sUsJtN/suizg9Iw6gnE=" providerId="None" clId="Web-{BAB4B94A-8B87-44F8-A57B-6C307B256FE8}" dt="2025-02-10T02:45:59.467" v="39" actId="20577"/>
      <pc:docMkLst>
        <pc:docMk/>
      </pc:docMkLst>
      <pc:sldChg chg="addSp delSp modSp">
        <pc:chgData name="DYB Suji" userId="BwvgihFwa0Iam+RX21jJL7o5sUsJtN/suizg9Iw6gnE=" providerId="None" clId="Web-{BAB4B94A-8B87-44F8-A57B-6C307B256FE8}" dt="2025-02-10T02:45:59.467" v="39" actId="20577"/>
        <pc:sldMkLst>
          <pc:docMk/>
          <pc:sldMk cId="2798307980" sldId="292"/>
        </pc:sldMkLst>
        <pc:spChg chg="add mod">
          <ac:chgData name="DYB Suji" userId="BwvgihFwa0Iam+RX21jJL7o5sUsJtN/suizg9Iw6gnE=" providerId="None" clId="Web-{BAB4B94A-8B87-44F8-A57B-6C307B256FE8}" dt="2025-02-10T02:45:59.467" v="39" actId="20577"/>
          <ac:spMkLst>
            <pc:docMk/>
            <pc:sldMk cId="2798307980" sldId="292"/>
            <ac:spMk id="2" creationId="{9D1A0786-A67B-1D0E-C57E-CA730C3DA3EC}"/>
          </ac:spMkLst>
        </pc:spChg>
        <pc:spChg chg="del">
          <ac:chgData name="DYB Suji" userId="BwvgihFwa0Iam+RX21jJL7o5sUsJtN/suizg9Iw6gnE=" providerId="None" clId="Web-{BAB4B94A-8B87-44F8-A57B-6C307B256FE8}" dt="2025-02-10T02:41:59.912" v="0"/>
          <ac:spMkLst>
            <pc:docMk/>
            <pc:sldMk cId="2798307980" sldId="292"/>
            <ac:spMk id="7" creationId="{14D88662-F9E7-52E4-9548-9043F24100D0}"/>
          </ac:spMkLst>
        </pc:spChg>
      </pc:sldChg>
    </pc:docChg>
  </pc:docChgLst>
  <pc:docChgLst>
    <pc:chgData name="DYB Suji" userId="BwvgihFwa0Iam+RX21jJL7o5sUsJtN/suizg9Iw6gnE=" providerId="None" clId="Web-{D5BE2BE2-F9EE-466F-8347-09B5E7E4EA11}"/>
    <pc:docChg chg="modSld">
      <pc:chgData name="DYB Suji" userId="BwvgihFwa0Iam+RX21jJL7o5sUsJtN/suizg9Iw6gnE=" providerId="None" clId="Web-{D5BE2BE2-F9EE-466F-8347-09B5E7E4EA11}" dt="2025-02-10T02:53:05.428" v="3"/>
      <pc:docMkLst>
        <pc:docMk/>
      </pc:docMkLst>
      <pc:sldChg chg="addSp delSp modSp">
        <pc:chgData name="DYB Suji" userId="BwvgihFwa0Iam+RX21jJL7o5sUsJtN/suizg9Iw6gnE=" providerId="None" clId="Web-{D5BE2BE2-F9EE-466F-8347-09B5E7E4EA11}" dt="2025-02-10T02:53:05.428" v="3"/>
        <pc:sldMkLst>
          <pc:docMk/>
          <pc:sldMk cId="2798307980" sldId="292"/>
        </pc:sldMkLst>
        <pc:spChg chg="del">
          <ac:chgData name="DYB Suji" userId="BwvgihFwa0Iam+RX21jJL7o5sUsJtN/suizg9Iw6gnE=" providerId="None" clId="Web-{D5BE2BE2-F9EE-466F-8347-09B5E7E4EA11}" dt="2025-02-10T02:48:04.494" v="0"/>
          <ac:spMkLst>
            <pc:docMk/>
            <pc:sldMk cId="2798307980" sldId="292"/>
            <ac:spMk id="2" creationId="{9D1A0786-A67B-1D0E-C57E-CA730C3DA3EC}"/>
          </ac:spMkLst>
        </pc:spChg>
        <pc:spChg chg="add del">
          <ac:chgData name="DYB Suji" userId="BwvgihFwa0Iam+RX21jJL7o5sUsJtN/suizg9Iw6gnE=" providerId="None" clId="Web-{D5BE2BE2-F9EE-466F-8347-09B5E7E4EA11}" dt="2025-02-10T02:53:05.428" v="3"/>
          <ac:spMkLst>
            <pc:docMk/>
            <pc:sldMk cId="2798307980" sldId="292"/>
            <ac:spMk id="3" creationId="{7ECF4EFC-A9B5-411E-7486-60ED78E7DBF5}"/>
          </ac:spMkLst>
        </pc:spChg>
        <pc:spChg chg="mod">
          <ac:chgData name="DYB Suji" userId="BwvgihFwa0Iam+RX21jJL7o5sUsJtN/suizg9Iw6gnE=" providerId="None" clId="Web-{D5BE2BE2-F9EE-466F-8347-09B5E7E4EA11}" dt="2025-02-10T02:52:04.957" v="1" actId="1076"/>
          <ac:spMkLst>
            <pc:docMk/>
            <pc:sldMk cId="2798307980" sldId="292"/>
            <ac:spMk id="46" creationId="{971F9454-EDF1-654C-848D-BDBBEBB1393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06BF91-2093-CE26-A68D-4E08957DDD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DA3014-748C-9B7B-25C3-8AC3360F80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67EFF1-7704-461F-9986-31E38D47DAB7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59EFE8-3245-EEBD-861C-6BAE5D5BB7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F5151-EDAC-77AD-344D-011DD12990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2AEEB-2F44-46E4-9F42-1797498ED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616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255237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>
          <a:extLst>
            <a:ext uri="{FF2B5EF4-FFF2-40B4-BE49-F238E27FC236}">
              <a16:creationId xmlns:a16="http://schemas.microsoft.com/office/drawing/2014/main" id="{3CB74093-23D8-FB16-770D-D4991CD10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d431007ba2_0_208:notes">
            <a:extLst>
              <a:ext uri="{FF2B5EF4-FFF2-40B4-BE49-F238E27FC236}">
                <a16:creationId xmlns:a16="http://schemas.microsoft.com/office/drawing/2014/main" id="{C20FE950-1B31-09EF-F866-8497C5D85C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d431007ba2_0_208:notes">
            <a:extLst>
              <a:ext uri="{FF2B5EF4-FFF2-40B4-BE49-F238E27FC236}">
                <a16:creationId xmlns:a16="http://schemas.microsoft.com/office/drawing/2014/main" id="{13C93B72-488A-EFFF-477C-4EA2355C41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3103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1D024E47-7FCA-4807-CBA8-F31D861E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7b7777958a_0_1888:notes">
            <a:extLst>
              <a:ext uri="{FF2B5EF4-FFF2-40B4-BE49-F238E27FC236}">
                <a16:creationId xmlns:a16="http://schemas.microsoft.com/office/drawing/2014/main" id="{CFDEA9C4-5607-4CF5-CAB6-CBDE7BEB6B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7b7777958a_0_1888:notes">
            <a:extLst>
              <a:ext uri="{FF2B5EF4-FFF2-40B4-BE49-F238E27FC236}">
                <a16:creationId xmlns:a16="http://schemas.microsoft.com/office/drawing/2014/main" id="{A8EFAD23-057E-3132-D6CE-807EE7007D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8644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C01E2340-3C14-C161-CF9D-186C5A3D9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7b7777958a_0_1888:notes">
            <a:extLst>
              <a:ext uri="{FF2B5EF4-FFF2-40B4-BE49-F238E27FC236}">
                <a16:creationId xmlns:a16="http://schemas.microsoft.com/office/drawing/2014/main" id="{FA20FB8B-5E6C-F7FE-9883-F9C331F05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7b7777958a_0_1888:notes">
            <a:extLst>
              <a:ext uri="{FF2B5EF4-FFF2-40B4-BE49-F238E27FC236}">
                <a16:creationId xmlns:a16="http://schemas.microsoft.com/office/drawing/2014/main" id="{7A2658B0-B8B6-9580-8049-510EDA8A42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4666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8">
          <a:extLst>
            <a:ext uri="{FF2B5EF4-FFF2-40B4-BE49-F238E27FC236}">
              <a16:creationId xmlns:a16="http://schemas.microsoft.com/office/drawing/2014/main" id="{DEA71D88-3FC7-6466-7C6B-AC0E34CFA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7b7777958a_0_1888:notes">
            <a:extLst>
              <a:ext uri="{FF2B5EF4-FFF2-40B4-BE49-F238E27FC236}">
                <a16:creationId xmlns:a16="http://schemas.microsoft.com/office/drawing/2014/main" id="{787EFEAE-C55E-FE67-DC05-2E34181F45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7b7777958a_0_1888:notes">
            <a:extLst>
              <a:ext uri="{FF2B5EF4-FFF2-40B4-BE49-F238E27FC236}">
                <a16:creationId xmlns:a16="http://schemas.microsoft.com/office/drawing/2014/main" id="{C3D4F454-7E96-3C6B-42C0-5C41CA3EF1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1333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21;p2">
            <a:extLst>
              <a:ext uri="{FF2B5EF4-FFF2-40B4-BE49-F238E27FC236}">
                <a16:creationId xmlns:a16="http://schemas.microsoft.com/office/drawing/2014/main" id="{BE2B385F-BD96-1292-8650-DE511B28922A}"/>
              </a:ext>
            </a:extLst>
          </p:cNvPr>
          <p:cNvSpPr/>
          <p:nvPr userDrawn="1"/>
        </p:nvSpPr>
        <p:spPr>
          <a:xfrm rot="5400000">
            <a:off x="8027546" y="458550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3754" extrusionOk="0">
                <a:moveTo>
                  <a:pt x="1" y="0"/>
                </a:moveTo>
                <a:lnTo>
                  <a:pt x="1" y="3754"/>
                </a:lnTo>
                <a:lnTo>
                  <a:pt x="7508" y="3754"/>
                </a:lnTo>
                <a:lnTo>
                  <a:pt x="7508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21;p2">
            <a:extLst>
              <a:ext uri="{FF2B5EF4-FFF2-40B4-BE49-F238E27FC236}">
                <a16:creationId xmlns:a16="http://schemas.microsoft.com/office/drawing/2014/main" id="{980BC264-D699-DCE6-1806-AC2426FC8689}"/>
              </a:ext>
            </a:extLst>
          </p:cNvPr>
          <p:cNvSpPr/>
          <p:nvPr userDrawn="1"/>
        </p:nvSpPr>
        <p:spPr>
          <a:xfrm rot="5400000">
            <a:off x="8586580" y="4028080"/>
            <a:ext cx="556840" cy="558000"/>
          </a:xfrm>
          <a:custGeom>
            <a:avLst/>
            <a:gdLst/>
            <a:ahLst/>
            <a:cxnLst/>
            <a:rect l="l" t="t" r="r" b="b"/>
            <a:pathLst>
              <a:path w="7508" h="3754" extrusionOk="0">
                <a:moveTo>
                  <a:pt x="1" y="0"/>
                </a:moveTo>
                <a:lnTo>
                  <a:pt x="1" y="3754"/>
                </a:lnTo>
                <a:lnTo>
                  <a:pt x="7508" y="3754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420425" y="1010106"/>
            <a:ext cx="5010300" cy="272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 dirty="0"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874475" y="3733194"/>
            <a:ext cx="4102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highlight>
                  <a:schemeClr val="accent2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FAC2695-07EF-DCB6-59AF-CE13011ADAC2}"/>
              </a:ext>
            </a:extLst>
          </p:cNvPr>
          <p:cNvGrpSpPr/>
          <p:nvPr userDrawn="1"/>
        </p:nvGrpSpPr>
        <p:grpSpPr>
          <a:xfrm>
            <a:off x="8028549" y="0"/>
            <a:ext cx="558000" cy="558000"/>
            <a:chOff x="8028549" y="-2378"/>
            <a:chExt cx="558000" cy="558000"/>
          </a:xfrm>
        </p:grpSpPr>
        <p:sp>
          <p:nvSpPr>
            <p:cNvPr id="13" name="Google Shape;13;p2"/>
            <p:cNvSpPr/>
            <p:nvPr/>
          </p:nvSpPr>
          <p:spPr>
            <a:xfrm rot="5400000">
              <a:off x="8028549" y="-2378"/>
              <a:ext cx="558000" cy="55800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5400000">
              <a:off x="8028549" y="-2378"/>
              <a:ext cx="558000" cy="55800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" name="Google Shape;15;p2"/>
          <p:cNvSpPr/>
          <p:nvPr userDrawn="1"/>
        </p:nvSpPr>
        <p:spPr>
          <a:xfrm rot="16200000">
            <a:off x="7472897" y="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lnTo>
                  <a:pt x="1" y="34"/>
                </a:lnTo>
                <a:lnTo>
                  <a:pt x="1" y="7508"/>
                </a:lnTo>
                <a:lnTo>
                  <a:pt x="7508" y="1"/>
                </a:lnTo>
                <a:close/>
              </a:path>
            </a:pathLst>
          </a:custGeom>
          <a:solidFill>
            <a:srgbClr val="BCE2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 userDrawn="1"/>
        </p:nvSpPr>
        <p:spPr>
          <a:xfrm rot="10800000" flipH="1">
            <a:off x="8586000" y="1670522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10" h="7510" extrusionOk="0">
                <a:moveTo>
                  <a:pt x="7509" y="1"/>
                </a:moveTo>
                <a:cubicBezTo>
                  <a:pt x="3362" y="1"/>
                  <a:pt x="1" y="3362"/>
                  <a:pt x="1" y="7509"/>
                </a:cubicBezTo>
                <a:lnTo>
                  <a:pt x="7509" y="7509"/>
                </a:lnTo>
                <a:lnTo>
                  <a:pt x="750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 userDrawn="1"/>
        </p:nvSpPr>
        <p:spPr>
          <a:xfrm flipH="1">
            <a:off x="8586000" y="55800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 userDrawn="1"/>
        </p:nvSpPr>
        <p:spPr>
          <a:xfrm rot="10800000">
            <a:off x="8028549" y="55800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1" y="1"/>
                </a:moveTo>
                <a:lnTo>
                  <a:pt x="1" y="7508"/>
                </a:lnTo>
                <a:lnTo>
                  <a:pt x="7508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AC6D68E-30FD-F9A5-83D8-C5543003D9A4}"/>
              </a:ext>
            </a:extLst>
          </p:cNvPr>
          <p:cNvGrpSpPr/>
          <p:nvPr userDrawn="1"/>
        </p:nvGrpSpPr>
        <p:grpSpPr>
          <a:xfrm>
            <a:off x="6397200" y="0"/>
            <a:ext cx="1080000" cy="558000"/>
            <a:chOff x="6405427" y="-20953"/>
            <a:chExt cx="1080000" cy="558000"/>
          </a:xfrm>
        </p:grpSpPr>
        <p:sp>
          <p:nvSpPr>
            <p:cNvPr id="12" name="Google Shape;12;p2"/>
            <p:cNvSpPr/>
            <p:nvPr/>
          </p:nvSpPr>
          <p:spPr>
            <a:xfrm rot="10800000">
              <a:off x="6405427" y="-20953"/>
              <a:ext cx="1080000" cy="558000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828547" y="60046"/>
              <a:ext cx="396000" cy="396000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4" y="1"/>
                  </a:moveTo>
                  <a:cubicBezTo>
                    <a:pt x="1345" y="1"/>
                    <a:pt x="1" y="1346"/>
                    <a:pt x="1" y="3005"/>
                  </a:cubicBezTo>
                  <a:cubicBezTo>
                    <a:pt x="1" y="4663"/>
                    <a:pt x="1345" y="6007"/>
                    <a:pt x="3004" y="6007"/>
                  </a:cubicBezTo>
                  <a:cubicBezTo>
                    <a:pt x="4662" y="6007"/>
                    <a:pt x="6007" y="4663"/>
                    <a:pt x="6007" y="3005"/>
                  </a:cubicBezTo>
                  <a:cubicBezTo>
                    <a:pt x="6007" y="1346"/>
                    <a:pt x="4662" y="1"/>
                    <a:pt x="30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F7CD6E1-7E31-819B-2495-F651EA17E5A2}"/>
              </a:ext>
            </a:extLst>
          </p:cNvPr>
          <p:cNvGrpSpPr/>
          <p:nvPr userDrawn="1"/>
        </p:nvGrpSpPr>
        <p:grpSpPr>
          <a:xfrm>
            <a:off x="8586001" y="1114261"/>
            <a:ext cx="557999" cy="558001"/>
            <a:chOff x="8565485" y="1091057"/>
            <a:chExt cx="557999" cy="558001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0" name="Google Shape;20;p2"/>
            <p:cNvSpPr/>
            <p:nvPr userDrawn="1"/>
          </p:nvSpPr>
          <p:spPr>
            <a:xfrm rot="5400000">
              <a:off x="8703693" y="1229266"/>
              <a:ext cx="558000" cy="281583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 userDrawn="1"/>
          </p:nvSpPr>
          <p:spPr>
            <a:xfrm rot="5400000">
              <a:off x="8425085" y="1231457"/>
              <a:ext cx="558000" cy="277200"/>
            </a:xfrm>
            <a:custGeom>
              <a:avLst/>
              <a:gdLst/>
              <a:ahLst/>
              <a:cxnLst/>
              <a:rect l="l" t="t" r="r" b="b"/>
              <a:pathLst>
                <a:path w="7508" h="3754" extrusionOk="0">
                  <a:moveTo>
                    <a:pt x="1" y="0"/>
                  </a:moveTo>
                  <a:lnTo>
                    <a:pt x="1" y="3754"/>
                  </a:lnTo>
                  <a:lnTo>
                    <a:pt x="7508" y="3754"/>
                  </a:lnTo>
                  <a:lnTo>
                    <a:pt x="750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2"/>
          <p:cNvSpPr/>
          <p:nvPr userDrawn="1"/>
        </p:nvSpPr>
        <p:spPr>
          <a:xfrm flipH="1">
            <a:off x="8586000" y="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7510" extrusionOk="0">
                <a:moveTo>
                  <a:pt x="1" y="0"/>
                </a:moveTo>
                <a:lnTo>
                  <a:pt x="1" y="7509"/>
                </a:lnTo>
                <a:lnTo>
                  <a:pt x="7508" y="7509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 userDrawn="1"/>
        </p:nvSpPr>
        <p:spPr>
          <a:xfrm rot="16200000">
            <a:off x="419055" y="4725024"/>
            <a:ext cx="557875" cy="279077"/>
          </a:xfrm>
          <a:custGeom>
            <a:avLst/>
            <a:gdLst/>
            <a:ahLst/>
            <a:cxnLst/>
            <a:rect l="l" t="t" r="r" b="b"/>
            <a:pathLst>
              <a:path w="7508" h="3756" extrusionOk="0">
                <a:moveTo>
                  <a:pt x="1" y="0"/>
                </a:moveTo>
                <a:lnTo>
                  <a:pt x="1" y="3755"/>
                </a:lnTo>
                <a:lnTo>
                  <a:pt x="7508" y="3755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E3242B-D5C8-5C9E-0D64-E7969A5466AC}"/>
              </a:ext>
            </a:extLst>
          </p:cNvPr>
          <p:cNvGrpSpPr/>
          <p:nvPr userDrawn="1"/>
        </p:nvGrpSpPr>
        <p:grpSpPr>
          <a:xfrm>
            <a:off x="0" y="3476903"/>
            <a:ext cx="558453" cy="557875"/>
            <a:chOff x="21564" y="3471211"/>
            <a:chExt cx="558453" cy="557875"/>
          </a:xfrm>
        </p:grpSpPr>
        <p:sp>
          <p:nvSpPr>
            <p:cNvPr id="27" name="Google Shape;27;p2"/>
            <p:cNvSpPr/>
            <p:nvPr/>
          </p:nvSpPr>
          <p:spPr>
            <a:xfrm rot="16200000" flipH="1">
              <a:off x="22104" y="3471174"/>
              <a:ext cx="557875" cy="55795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rot="16200000" flipH="1">
              <a:off x="21601" y="3471174"/>
              <a:ext cx="557875" cy="55795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rgbClr val="BCE2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2"/>
          <p:cNvSpPr/>
          <p:nvPr userDrawn="1"/>
        </p:nvSpPr>
        <p:spPr>
          <a:xfrm rot="5400000" flipH="1">
            <a:off x="0" y="458550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lnTo>
                  <a:pt x="1" y="7508"/>
                </a:ln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 userDrawn="1"/>
        </p:nvSpPr>
        <p:spPr>
          <a:xfrm rot="16200000" flipH="1">
            <a:off x="453" y="4031201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10" h="7510" extrusionOk="0">
                <a:moveTo>
                  <a:pt x="7509" y="1"/>
                </a:moveTo>
                <a:cubicBezTo>
                  <a:pt x="3362" y="1"/>
                  <a:pt x="1" y="3362"/>
                  <a:pt x="1" y="7509"/>
                </a:cubicBezTo>
                <a:lnTo>
                  <a:pt x="7509" y="7509"/>
                </a:lnTo>
                <a:lnTo>
                  <a:pt x="750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/>
          <p:nvPr userDrawn="1"/>
        </p:nvSpPr>
        <p:spPr>
          <a:xfrm flipH="1">
            <a:off x="9" y="2918813"/>
            <a:ext cx="557953" cy="558028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2"/>
          <p:cNvSpPr/>
          <p:nvPr userDrawn="1"/>
        </p:nvSpPr>
        <p:spPr>
          <a:xfrm rot="16200000">
            <a:off x="698567" y="4725962"/>
            <a:ext cx="557875" cy="277200"/>
          </a:xfrm>
          <a:custGeom>
            <a:avLst/>
            <a:gdLst/>
            <a:ahLst/>
            <a:cxnLst/>
            <a:rect l="l" t="t" r="r" b="b"/>
            <a:pathLst>
              <a:path w="7508" h="3756" extrusionOk="0">
                <a:moveTo>
                  <a:pt x="1" y="0"/>
                </a:moveTo>
                <a:lnTo>
                  <a:pt x="1" y="3755"/>
                </a:lnTo>
                <a:lnTo>
                  <a:pt x="7508" y="3755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14BA520-B336-77F7-80C0-B89FF88F080E}"/>
              </a:ext>
            </a:extLst>
          </p:cNvPr>
          <p:cNvGrpSpPr/>
          <p:nvPr userDrawn="1"/>
        </p:nvGrpSpPr>
        <p:grpSpPr>
          <a:xfrm>
            <a:off x="1112400" y="4585625"/>
            <a:ext cx="1394976" cy="557875"/>
            <a:chOff x="1117464" y="4585625"/>
            <a:chExt cx="1394976" cy="557875"/>
          </a:xfrm>
        </p:grpSpPr>
        <p:sp>
          <p:nvSpPr>
            <p:cNvPr id="35" name="Google Shape;35;p2"/>
            <p:cNvSpPr/>
            <p:nvPr userDrawn="1"/>
          </p:nvSpPr>
          <p:spPr>
            <a:xfrm rot="16200000">
              <a:off x="978065" y="4725024"/>
              <a:ext cx="557875" cy="279077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8D6876CA-147D-0F67-D424-FB7710C4DBF2}"/>
                </a:ext>
              </a:extLst>
            </p:cNvPr>
            <p:cNvGrpSpPr/>
            <p:nvPr userDrawn="1"/>
          </p:nvGrpSpPr>
          <p:grpSpPr>
            <a:xfrm>
              <a:off x="1396541" y="4585625"/>
              <a:ext cx="1115899" cy="557875"/>
              <a:chOff x="1398815" y="4585625"/>
              <a:chExt cx="1115899" cy="557875"/>
            </a:xfrm>
            <a:solidFill>
              <a:schemeClr val="bg2"/>
            </a:solidFill>
          </p:grpSpPr>
          <p:sp>
            <p:nvSpPr>
              <p:cNvPr id="30" name="Google Shape;30;p2"/>
              <p:cNvSpPr/>
              <p:nvPr/>
            </p:nvSpPr>
            <p:spPr>
              <a:xfrm rot="16200000" flipH="1">
                <a:off x="1677827" y="4306613"/>
                <a:ext cx="557875" cy="1115899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15018" extrusionOk="0">
                    <a:moveTo>
                      <a:pt x="1" y="1"/>
                    </a:moveTo>
                    <a:lnTo>
                      <a:pt x="1" y="7510"/>
                    </a:lnTo>
                    <a:lnTo>
                      <a:pt x="7508" y="15017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502848" y="4666562"/>
                <a:ext cx="396000" cy="396000"/>
              </a:xfrm>
              <a:prstGeom prst="ellipse">
                <a:avLst/>
              </a:prstGeom>
              <a:solidFill>
                <a:srgbClr val="F3F3F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33;p2">
            <a:extLst>
              <a:ext uri="{FF2B5EF4-FFF2-40B4-BE49-F238E27FC236}">
                <a16:creationId xmlns:a16="http://schemas.microsoft.com/office/drawing/2014/main" id="{84873D77-4494-CAB1-1E21-F457BE1E9E76}"/>
              </a:ext>
            </a:extLst>
          </p:cNvPr>
          <p:cNvSpPr/>
          <p:nvPr userDrawn="1"/>
        </p:nvSpPr>
        <p:spPr>
          <a:xfrm>
            <a:off x="0" y="559174"/>
            <a:ext cx="557953" cy="558028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D119EBB-FFB3-F8E7-F171-EB604D042E63}"/>
              </a:ext>
            </a:extLst>
          </p:cNvPr>
          <p:cNvGrpSpPr/>
          <p:nvPr userDrawn="1"/>
        </p:nvGrpSpPr>
        <p:grpSpPr>
          <a:xfrm>
            <a:off x="0" y="-2757"/>
            <a:ext cx="554425" cy="565013"/>
            <a:chOff x="628915" y="449986"/>
            <a:chExt cx="568987" cy="579853"/>
          </a:xfrm>
        </p:grpSpPr>
        <p:sp>
          <p:nvSpPr>
            <p:cNvPr id="39" name="Google Shape;231;p10">
              <a:extLst>
                <a:ext uri="{FF2B5EF4-FFF2-40B4-BE49-F238E27FC236}">
                  <a16:creationId xmlns:a16="http://schemas.microsoft.com/office/drawing/2014/main" id="{267C73B3-40AB-ED66-C462-C3FB3E08C68D}"/>
                </a:ext>
              </a:extLst>
            </p:cNvPr>
            <p:cNvSpPr/>
            <p:nvPr userDrawn="1"/>
          </p:nvSpPr>
          <p:spPr>
            <a:xfrm>
              <a:off x="628915" y="449986"/>
              <a:ext cx="568987" cy="57985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34;p10">
              <a:extLst>
                <a:ext uri="{FF2B5EF4-FFF2-40B4-BE49-F238E27FC236}">
                  <a16:creationId xmlns:a16="http://schemas.microsoft.com/office/drawing/2014/main" id="{6AD81CC3-A2F0-9A43-A904-D919781918E6}"/>
                </a:ext>
              </a:extLst>
            </p:cNvPr>
            <p:cNvSpPr/>
            <p:nvPr userDrawn="1"/>
          </p:nvSpPr>
          <p:spPr>
            <a:xfrm>
              <a:off x="710208" y="536712"/>
              <a:ext cx="406401" cy="406401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3" name="Google Shape;15;p2">
            <a:extLst>
              <a:ext uri="{FF2B5EF4-FFF2-40B4-BE49-F238E27FC236}">
                <a16:creationId xmlns:a16="http://schemas.microsoft.com/office/drawing/2014/main" id="{87DC7D49-F57E-ED32-1D75-746F07AA7987}"/>
              </a:ext>
            </a:extLst>
          </p:cNvPr>
          <p:cNvSpPr/>
          <p:nvPr userDrawn="1"/>
        </p:nvSpPr>
        <p:spPr>
          <a:xfrm rot="5400000" flipV="1">
            <a:off x="0" y="1387597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lnTo>
                  <a:pt x="1" y="34"/>
                </a:lnTo>
                <a:lnTo>
                  <a:pt x="1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94;p8">
            <a:extLst>
              <a:ext uri="{FF2B5EF4-FFF2-40B4-BE49-F238E27FC236}">
                <a16:creationId xmlns:a16="http://schemas.microsoft.com/office/drawing/2014/main" id="{36B51A8F-E914-493B-88A0-0302A3BE36D1}"/>
              </a:ext>
            </a:extLst>
          </p:cNvPr>
          <p:cNvSpPr/>
          <p:nvPr userDrawn="1"/>
        </p:nvSpPr>
        <p:spPr>
          <a:xfrm rot="5400000">
            <a:off x="558000" y="856"/>
            <a:ext cx="557860" cy="557786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1"/>
                </a:moveTo>
                <a:lnTo>
                  <a:pt x="1" y="7508"/>
                </a:lnTo>
                <a:lnTo>
                  <a:pt x="7509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rgbClr val="BCE2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16;p2">
            <a:extLst>
              <a:ext uri="{FF2B5EF4-FFF2-40B4-BE49-F238E27FC236}">
                <a16:creationId xmlns:a16="http://schemas.microsoft.com/office/drawing/2014/main" id="{C7BF3279-4A50-00FA-8592-F3E31AA9263B}"/>
              </a:ext>
            </a:extLst>
          </p:cNvPr>
          <p:cNvSpPr/>
          <p:nvPr userDrawn="1"/>
        </p:nvSpPr>
        <p:spPr>
          <a:xfrm rot="10800000" flipH="1" flipV="1">
            <a:off x="8026096" y="402808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10" h="7510" extrusionOk="0">
                <a:moveTo>
                  <a:pt x="7509" y="1"/>
                </a:moveTo>
                <a:cubicBezTo>
                  <a:pt x="3362" y="1"/>
                  <a:pt x="1" y="3362"/>
                  <a:pt x="1" y="7509"/>
                </a:cubicBezTo>
                <a:lnTo>
                  <a:pt x="7509" y="7509"/>
                </a:lnTo>
                <a:lnTo>
                  <a:pt x="750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21;p2">
            <a:extLst>
              <a:ext uri="{FF2B5EF4-FFF2-40B4-BE49-F238E27FC236}">
                <a16:creationId xmlns:a16="http://schemas.microsoft.com/office/drawing/2014/main" id="{9E289302-2EC3-0D8B-971B-394B437FDF5B}"/>
              </a:ext>
            </a:extLst>
          </p:cNvPr>
          <p:cNvSpPr/>
          <p:nvPr userDrawn="1"/>
        </p:nvSpPr>
        <p:spPr>
          <a:xfrm rot="5400000">
            <a:off x="8586000" y="458550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3754" extrusionOk="0">
                <a:moveTo>
                  <a:pt x="1" y="0"/>
                </a:moveTo>
                <a:lnTo>
                  <a:pt x="1" y="3754"/>
                </a:lnTo>
                <a:lnTo>
                  <a:pt x="7508" y="3754"/>
                </a:lnTo>
                <a:lnTo>
                  <a:pt x="7508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"/>
          <p:cNvSpPr/>
          <p:nvPr userDrawn="1"/>
        </p:nvSpPr>
        <p:spPr>
          <a:xfrm rot="10800000">
            <a:off x="558419" y="4031201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0"/>
                </a:moveTo>
                <a:cubicBezTo>
                  <a:pt x="4147" y="0"/>
                  <a:pt x="7509" y="3361"/>
                  <a:pt x="7509" y="7509"/>
                </a:cubicBezTo>
                <a:lnTo>
                  <a:pt x="7509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899B8FA-3B37-794C-35C9-A06414C606A4}"/>
              </a:ext>
            </a:extLst>
          </p:cNvPr>
          <p:cNvGrpSpPr/>
          <p:nvPr userDrawn="1"/>
        </p:nvGrpSpPr>
        <p:grpSpPr>
          <a:xfrm>
            <a:off x="7470000" y="4585499"/>
            <a:ext cx="558001" cy="558001"/>
            <a:chOff x="7233210" y="4354099"/>
            <a:chExt cx="558001" cy="558001"/>
          </a:xfrm>
        </p:grpSpPr>
        <p:sp>
          <p:nvSpPr>
            <p:cNvPr id="63" name="Google Shape;329;p15">
              <a:extLst>
                <a:ext uri="{FF2B5EF4-FFF2-40B4-BE49-F238E27FC236}">
                  <a16:creationId xmlns:a16="http://schemas.microsoft.com/office/drawing/2014/main" id="{23EF7940-A21F-2257-894B-795FDCD78704}"/>
                </a:ext>
              </a:extLst>
            </p:cNvPr>
            <p:cNvSpPr/>
            <p:nvPr userDrawn="1"/>
          </p:nvSpPr>
          <p:spPr>
            <a:xfrm rot="16200000" flipH="1">
              <a:off x="7233211" y="4354100"/>
              <a:ext cx="558000" cy="5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336;p15">
              <a:extLst>
                <a:ext uri="{FF2B5EF4-FFF2-40B4-BE49-F238E27FC236}">
                  <a16:creationId xmlns:a16="http://schemas.microsoft.com/office/drawing/2014/main" id="{D9199CD8-A2AF-5E3A-604F-B4B83F87E03E}"/>
                </a:ext>
              </a:extLst>
            </p:cNvPr>
            <p:cNvSpPr/>
            <p:nvPr userDrawn="1"/>
          </p:nvSpPr>
          <p:spPr>
            <a:xfrm rot="5400000">
              <a:off x="7233210" y="4354099"/>
              <a:ext cx="558000" cy="558000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Google Shape;337;p15">
            <a:extLst>
              <a:ext uri="{FF2B5EF4-FFF2-40B4-BE49-F238E27FC236}">
                <a16:creationId xmlns:a16="http://schemas.microsoft.com/office/drawing/2014/main" id="{C58728EF-EE9C-6286-2832-46584837B292}"/>
              </a:ext>
            </a:extLst>
          </p:cNvPr>
          <p:cNvSpPr/>
          <p:nvPr userDrawn="1"/>
        </p:nvSpPr>
        <p:spPr>
          <a:xfrm flipV="1">
            <a:off x="6912000" y="458550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0" y="1"/>
                </a:moveTo>
                <a:cubicBezTo>
                  <a:pt x="4147" y="1"/>
                  <a:pt x="7509" y="3362"/>
                  <a:pt x="7509" y="7508"/>
                </a:cubicBezTo>
                <a:lnTo>
                  <a:pt x="750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21;p2">
            <a:extLst>
              <a:ext uri="{FF2B5EF4-FFF2-40B4-BE49-F238E27FC236}">
                <a16:creationId xmlns:a16="http://schemas.microsoft.com/office/drawing/2014/main" id="{410834C3-62D5-2DEB-BB05-BE22D373F603}"/>
              </a:ext>
            </a:extLst>
          </p:cNvPr>
          <p:cNvSpPr/>
          <p:nvPr userDrawn="1"/>
        </p:nvSpPr>
        <p:spPr>
          <a:xfrm rot="10800000">
            <a:off x="0" y="1112977"/>
            <a:ext cx="558000" cy="277200"/>
          </a:xfrm>
          <a:custGeom>
            <a:avLst/>
            <a:gdLst/>
            <a:ahLst/>
            <a:cxnLst/>
            <a:rect l="l" t="t" r="r" b="b"/>
            <a:pathLst>
              <a:path w="7508" h="3754" extrusionOk="0">
                <a:moveTo>
                  <a:pt x="1" y="0"/>
                </a:moveTo>
                <a:lnTo>
                  <a:pt x="1" y="3754"/>
                </a:lnTo>
                <a:lnTo>
                  <a:pt x="7508" y="3754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595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 userDrawn="1">
  <p:cSld name="THIS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13;p19">
            <a:extLst>
              <a:ext uri="{FF2B5EF4-FFF2-40B4-BE49-F238E27FC236}">
                <a16:creationId xmlns:a16="http://schemas.microsoft.com/office/drawing/2014/main" id="{F941FD45-DACD-9279-70A8-B39640746643}"/>
              </a:ext>
            </a:extLst>
          </p:cNvPr>
          <p:cNvSpPr/>
          <p:nvPr userDrawn="1"/>
        </p:nvSpPr>
        <p:spPr>
          <a:xfrm rot="5400000" flipH="1">
            <a:off x="-11" y="4257683"/>
            <a:ext cx="885880" cy="885743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1"/>
                </a:moveTo>
                <a:lnTo>
                  <a:pt x="1" y="7508"/>
                </a:lnTo>
                <a:lnTo>
                  <a:pt x="7509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13"/>
          <p:cNvGrpSpPr/>
          <p:nvPr userDrawn="1"/>
        </p:nvGrpSpPr>
        <p:grpSpPr>
          <a:xfrm rot="10800000" flipH="1" flipV="1">
            <a:off x="8655141" y="2925"/>
            <a:ext cx="489280" cy="489159"/>
            <a:chOff x="8620978" y="531276"/>
            <a:chExt cx="539449" cy="539375"/>
          </a:xfrm>
        </p:grpSpPr>
        <p:sp>
          <p:nvSpPr>
            <p:cNvPr id="280" name="Google Shape;280;p13"/>
            <p:cNvSpPr/>
            <p:nvPr/>
          </p:nvSpPr>
          <p:spPr>
            <a:xfrm rot="5400000">
              <a:off x="8621016" y="531240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13"/>
            <p:cNvSpPr/>
            <p:nvPr/>
          </p:nvSpPr>
          <p:spPr>
            <a:xfrm rot="5400000">
              <a:off x="8621014" y="531240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rgbClr val="BCE2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88;p13">
            <a:extLst>
              <a:ext uri="{FF2B5EF4-FFF2-40B4-BE49-F238E27FC236}">
                <a16:creationId xmlns:a16="http://schemas.microsoft.com/office/drawing/2014/main" id="{D7953941-8675-A8B8-1E8B-95229E25E894}"/>
              </a:ext>
            </a:extLst>
          </p:cNvPr>
          <p:cNvSpPr/>
          <p:nvPr userDrawn="1"/>
        </p:nvSpPr>
        <p:spPr>
          <a:xfrm rot="10800000" flipH="1">
            <a:off x="7921436" y="2925"/>
            <a:ext cx="489077" cy="489142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89;p13">
            <a:extLst>
              <a:ext uri="{FF2B5EF4-FFF2-40B4-BE49-F238E27FC236}">
                <a16:creationId xmlns:a16="http://schemas.microsoft.com/office/drawing/2014/main" id="{4B761ED9-60F1-5D0A-2635-5EE9A2CB5CF0}"/>
              </a:ext>
            </a:extLst>
          </p:cNvPr>
          <p:cNvSpPr/>
          <p:nvPr userDrawn="1"/>
        </p:nvSpPr>
        <p:spPr>
          <a:xfrm rot="5400000">
            <a:off x="8288311" y="125167"/>
            <a:ext cx="489019" cy="244630"/>
          </a:xfrm>
          <a:custGeom>
            <a:avLst/>
            <a:gdLst/>
            <a:ahLst/>
            <a:cxnLst/>
            <a:rect l="l" t="t" r="r" b="b"/>
            <a:pathLst>
              <a:path w="7508" h="3756" extrusionOk="0">
                <a:moveTo>
                  <a:pt x="1" y="0"/>
                </a:moveTo>
                <a:lnTo>
                  <a:pt x="1" y="3755"/>
                </a:lnTo>
                <a:lnTo>
                  <a:pt x="7508" y="3755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413;p19">
            <a:extLst>
              <a:ext uri="{FF2B5EF4-FFF2-40B4-BE49-F238E27FC236}">
                <a16:creationId xmlns:a16="http://schemas.microsoft.com/office/drawing/2014/main" id="{E3B3E52D-6926-42A7-02E9-13E24DAD8E41}"/>
              </a:ext>
            </a:extLst>
          </p:cNvPr>
          <p:cNvSpPr/>
          <p:nvPr userDrawn="1"/>
        </p:nvSpPr>
        <p:spPr>
          <a:xfrm rot="5400000" flipV="1">
            <a:off x="8652568" y="492032"/>
            <a:ext cx="489023" cy="488948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1"/>
                </a:moveTo>
                <a:lnTo>
                  <a:pt x="1" y="7508"/>
                </a:lnTo>
                <a:lnTo>
                  <a:pt x="7509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" name="Google Shape;279;p13">
            <a:extLst>
              <a:ext uri="{FF2B5EF4-FFF2-40B4-BE49-F238E27FC236}">
                <a16:creationId xmlns:a16="http://schemas.microsoft.com/office/drawing/2014/main" id="{9DAEB437-02AF-9600-A544-1403820E39EB}"/>
              </a:ext>
            </a:extLst>
          </p:cNvPr>
          <p:cNvGrpSpPr/>
          <p:nvPr userDrawn="1"/>
        </p:nvGrpSpPr>
        <p:grpSpPr>
          <a:xfrm rot="10800000" flipV="1">
            <a:off x="0" y="2925"/>
            <a:ext cx="489280" cy="489159"/>
            <a:chOff x="8620978" y="531276"/>
            <a:chExt cx="539449" cy="539375"/>
          </a:xfrm>
        </p:grpSpPr>
        <p:sp>
          <p:nvSpPr>
            <p:cNvPr id="36" name="Google Shape;280;p13">
              <a:extLst>
                <a:ext uri="{FF2B5EF4-FFF2-40B4-BE49-F238E27FC236}">
                  <a16:creationId xmlns:a16="http://schemas.microsoft.com/office/drawing/2014/main" id="{0F6B7ED3-FC19-99F4-F052-20BE5376D486}"/>
                </a:ext>
              </a:extLst>
            </p:cNvPr>
            <p:cNvSpPr/>
            <p:nvPr/>
          </p:nvSpPr>
          <p:spPr>
            <a:xfrm rot="5400000">
              <a:off x="8621016" y="531240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81;p13">
              <a:extLst>
                <a:ext uri="{FF2B5EF4-FFF2-40B4-BE49-F238E27FC236}">
                  <a16:creationId xmlns:a16="http://schemas.microsoft.com/office/drawing/2014/main" id="{E7EE9EBA-F38E-CE79-5750-31DF448B4619}"/>
                </a:ext>
              </a:extLst>
            </p:cNvPr>
            <p:cNvSpPr/>
            <p:nvPr/>
          </p:nvSpPr>
          <p:spPr>
            <a:xfrm rot="5400000">
              <a:off x="8621014" y="531240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288;p13">
            <a:extLst>
              <a:ext uri="{FF2B5EF4-FFF2-40B4-BE49-F238E27FC236}">
                <a16:creationId xmlns:a16="http://schemas.microsoft.com/office/drawing/2014/main" id="{7DFC7800-65A3-87C4-DEDE-5D020671A9E7}"/>
              </a:ext>
            </a:extLst>
          </p:cNvPr>
          <p:cNvSpPr/>
          <p:nvPr userDrawn="1"/>
        </p:nvSpPr>
        <p:spPr>
          <a:xfrm rot="10800000">
            <a:off x="733908" y="2925"/>
            <a:ext cx="489077" cy="489142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289;p13">
            <a:extLst>
              <a:ext uri="{FF2B5EF4-FFF2-40B4-BE49-F238E27FC236}">
                <a16:creationId xmlns:a16="http://schemas.microsoft.com/office/drawing/2014/main" id="{CE4F3857-B626-B3B5-4265-8F16A59C6444}"/>
              </a:ext>
            </a:extLst>
          </p:cNvPr>
          <p:cNvSpPr/>
          <p:nvPr userDrawn="1"/>
        </p:nvSpPr>
        <p:spPr>
          <a:xfrm rot="16200000" flipH="1">
            <a:off x="367091" y="125167"/>
            <a:ext cx="489019" cy="244630"/>
          </a:xfrm>
          <a:custGeom>
            <a:avLst/>
            <a:gdLst/>
            <a:ahLst/>
            <a:cxnLst/>
            <a:rect l="l" t="t" r="r" b="b"/>
            <a:pathLst>
              <a:path w="7508" h="3756" extrusionOk="0">
                <a:moveTo>
                  <a:pt x="1" y="0"/>
                </a:moveTo>
                <a:lnTo>
                  <a:pt x="1" y="3755"/>
                </a:lnTo>
                <a:lnTo>
                  <a:pt x="7508" y="3755"/>
                </a:lnTo>
                <a:lnTo>
                  <a:pt x="7508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" name="Google Shape;413;p19">
            <a:extLst>
              <a:ext uri="{FF2B5EF4-FFF2-40B4-BE49-F238E27FC236}">
                <a16:creationId xmlns:a16="http://schemas.microsoft.com/office/drawing/2014/main" id="{5B1F18A1-18D8-BBBF-18E6-B516C5439A38}"/>
              </a:ext>
            </a:extLst>
          </p:cNvPr>
          <p:cNvSpPr/>
          <p:nvPr userDrawn="1"/>
        </p:nvSpPr>
        <p:spPr>
          <a:xfrm rot="16200000" flipH="1" flipV="1">
            <a:off x="2830" y="492032"/>
            <a:ext cx="489023" cy="488948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1"/>
                </a:moveTo>
                <a:lnTo>
                  <a:pt x="1" y="7508"/>
                </a:lnTo>
                <a:lnTo>
                  <a:pt x="7509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413;p19">
            <a:extLst>
              <a:ext uri="{FF2B5EF4-FFF2-40B4-BE49-F238E27FC236}">
                <a16:creationId xmlns:a16="http://schemas.microsoft.com/office/drawing/2014/main" id="{5816ED9C-E899-F1E2-6EDA-8E2244F73FEF}"/>
              </a:ext>
            </a:extLst>
          </p:cNvPr>
          <p:cNvSpPr/>
          <p:nvPr userDrawn="1"/>
        </p:nvSpPr>
        <p:spPr>
          <a:xfrm rot="16200000">
            <a:off x="8258188" y="4257684"/>
            <a:ext cx="885880" cy="885743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1"/>
                </a:moveTo>
                <a:lnTo>
                  <a:pt x="1" y="7508"/>
                </a:lnTo>
                <a:lnTo>
                  <a:pt x="7509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631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 userDrawn="1">
  <p:cSld name="1_Title only 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13;p19">
            <a:extLst>
              <a:ext uri="{FF2B5EF4-FFF2-40B4-BE49-F238E27FC236}">
                <a16:creationId xmlns:a16="http://schemas.microsoft.com/office/drawing/2014/main" id="{F941FD45-DACD-9279-70A8-B39640746643}"/>
              </a:ext>
            </a:extLst>
          </p:cNvPr>
          <p:cNvSpPr/>
          <p:nvPr userDrawn="1"/>
        </p:nvSpPr>
        <p:spPr>
          <a:xfrm rot="5400000" flipH="1">
            <a:off x="-11" y="4257683"/>
            <a:ext cx="885880" cy="885743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1"/>
                </a:moveTo>
                <a:lnTo>
                  <a:pt x="1" y="7508"/>
                </a:lnTo>
                <a:lnTo>
                  <a:pt x="7509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413;p19">
            <a:extLst>
              <a:ext uri="{FF2B5EF4-FFF2-40B4-BE49-F238E27FC236}">
                <a16:creationId xmlns:a16="http://schemas.microsoft.com/office/drawing/2014/main" id="{5816ED9C-E899-F1E2-6EDA-8E2244F73FEF}"/>
              </a:ext>
            </a:extLst>
          </p:cNvPr>
          <p:cNvSpPr/>
          <p:nvPr userDrawn="1"/>
        </p:nvSpPr>
        <p:spPr>
          <a:xfrm rot="16200000">
            <a:off x="8258188" y="4257684"/>
            <a:ext cx="885880" cy="885743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1"/>
                </a:moveTo>
                <a:lnTo>
                  <a:pt x="1" y="7508"/>
                </a:lnTo>
                <a:lnTo>
                  <a:pt x="7509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413;p19">
            <a:extLst>
              <a:ext uri="{FF2B5EF4-FFF2-40B4-BE49-F238E27FC236}">
                <a16:creationId xmlns:a16="http://schemas.microsoft.com/office/drawing/2014/main" id="{07442B2F-FAD5-720E-89CC-03E94B776CAA}"/>
              </a:ext>
            </a:extLst>
          </p:cNvPr>
          <p:cNvSpPr/>
          <p:nvPr userDrawn="1"/>
        </p:nvSpPr>
        <p:spPr>
          <a:xfrm rot="16200000" flipH="1" flipV="1">
            <a:off x="-11" y="69"/>
            <a:ext cx="885880" cy="885743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1"/>
                </a:moveTo>
                <a:lnTo>
                  <a:pt x="1" y="7508"/>
                </a:lnTo>
                <a:lnTo>
                  <a:pt x="7509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413;p19">
            <a:extLst>
              <a:ext uri="{FF2B5EF4-FFF2-40B4-BE49-F238E27FC236}">
                <a16:creationId xmlns:a16="http://schemas.microsoft.com/office/drawing/2014/main" id="{573757F5-D3C2-2A7A-A899-ADA5727EE35B}"/>
              </a:ext>
            </a:extLst>
          </p:cNvPr>
          <p:cNvSpPr/>
          <p:nvPr userDrawn="1"/>
        </p:nvSpPr>
        <p:spPr>
          <a:xfrm rot="5400000" flipV="1">
            <a:off x="8258188" y="69"/>
            <a:ext cx="885880" cy="885743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1"/>
                </a:moveTo>
                <a:lnTo>
                  <a:pt x="1" y="7508"/>
                </a:lnTo>
                <a:lnTo>
                  <a:pt x="7509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178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 userDrawn="1">
  <p:cSld name="1_Title only 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/>
          <p:nvPr/>
        </p:nvSpPr>
        <p:spPr>
          <a:xfrm rot="10800000" flipH="1">
            <a:off x="664299" y="4666500"/>
            <a:ext cx="396001" cy="396000"/>
          </a:xfrm>
          <a:custGeom>
            <a:avLst/>
            <a:gdLst/>
            <a:ahLst/>
            <a:cxnLst/>
            <a:rect l="l" t="t" r="r" b="b"/>
            <a:pathLst>
              <a:path w="6008" h="6007" extrusionOk="0">
                <a:moveTo>
                  <a:pt x="3004" y="1"/>
                </a:moveTo>
                <a:cubicBezTo>
                  <a:pt x="1345" y="1"/>
                  <a:pt x="1" y="1345"/>
                  <a:pt x="1" y="3003"/>
                </a:cubicBezTo>
                <a:cubicBezTo>
                  <a:pt x="1" y="4662"/>
                  <a:pt x="1345" y="6006"/>
                  <a:pt x="3004" y="6006"/>
                </a:cubicBezTo>
                <a:cubicBezTo>
                  <a:pt x="4662" y="6006"/>
                  <a:pt x="6008" y="4662"/>
                  <a:pt x="6008" y="3003"/>
                </a:cubicBezTo>
                <a:cubicBezTo>
                  <a:pt x="6008" y="1345"/>
                  <a:pt x="4662" y="1"/>
                  <a:pt x="300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"/>
          <p:cNvSpPr/>
          <p:nvPr userDrawn="1"/>
        </p:nvSpPr>
        <p:spPr>
          <a:xfrm>
            <a:off x="8586000" y="555509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0" y="1"/>
                </a:moveTo>
                <a:cubicBezTo>
                  <a:pt x="4148" y="1"/>
                  <a:pt x="7509" y="3362"/>
                  <a:pt x="7509" y="7508"/>
                </a:cubicBezTo>
                <a:lnTo>
                  <a:pt x="7509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282" name="Google Shape;282;p13"/>
          <p:cNvSpPr/>
          <p:nvPr userDrawn="1"/>
        </p:nvSpPr>
        <p:spPr>
          <a:xfrm rot="16200000" flipH="1">
            <a:off x="8585999" y="458550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lnTo>
                  <a:pt x="1" y="7508"/>
                </a:ln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3"/>
          <p:cNvSpPr/>
          <p:nvPr userDrawn="1"/>
        </p:nvSpPr>
        <p:spPr>
          <a:xfrm rot="16200000">
            <a:off x="7482339" y="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10" h="7510" extrusionOk="0">
                <a:moveTo>
                  <a:pt x="7509" y="1"/>
                </a:moveTo>
                <a:cubicBezTo>
                  <a:pt x="3362" y="1"/>
                  <a:pt x="1" y="3362"/>
                  <a:pt x="1" y="7509"/>
                </a:cubicBezTo>
                <a:lnTo>
                  <a:pt x="7509" y="7509"/>
                </a:lnTo>
                <a:lnTo>
                  <a:pt x="7509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23;p15">
            <a:extLst>
              <a:ext uri="{FF2B5EF4-FFF2-40B4-BE49-F238E27FC236}">
                <a16:creationId xmlns:a16="http://schemas.microsoft.com/office/drawing/2014/main" id="{E54579F2-E024-08DC-CDEA-D1FCB2E16E66}"/>
              </a:ext>
            </a:extLst>
          </p:cNvPr>
          <p:cNvSpPr/>
          <p:nvPr userDrawn="1"/>
        </p:nvSpPr>
        <p:spPr>
          <a:xfrm rot="10800000">
            <a:off x="0" y="458550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10" extrusionOk="0">
                <a:moveTo>
                  <a:pt x="0" y="1"/>
                </a:moveTo>
                <a:lnTo>
                  <a:pt x="7509" y="7510"/>
                </a:lnTo>
                <a:lnTo>
                  <a:pt x="7509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32;p15">
            <a:extLst>
              <a:ext uri="{FF2B5EF4-FFF2-40B4-BE49-F238E27FC236}">
                <a16:creationId xmlns:a16="http://schemas.microsoft.com/office/drawing/2014/main" id="{9D8E12C8-2DAB-BA13-8A9C-647B4A9F178F}"/>
              </a:ext>
            </a:extLst>
          </p:cNvPr>
          <p:cNvSpPr/>
          <p:nvPr/>
        </p:nvSpPr>
        <p:spPr>
          <a:xfrm flipH="1">
            <a:off x="8667000" y="4110991"/>
            <a:ext cx="396000" cy="396000"/>
          </a:xfrm>
          <a:custGeom>
            <a:avLst/>
            <a:gdLst/>
            <a:ahLst/>
            <a:cxnLst/>
            <a:rect l="l" t="t" r="r" b="b"/>
            <a:pathLst>
              <a:path w="6008" h="6008" extrusionOk="0">
                <a:moveTo>
                  <a:pt x="3005" y="1"/>
                </a:moveTo>
                <a:cubicBezTo>
                  <a:pt x="1346" y="1"/>
                  <a:pt x="1" y="1346"/>
                  <a:pt x="1" y="3005"/>
                </a:cubicBezTo>
                <a:cubicBezTo>
                  <a:pt x="1" y="4663"/>
                  <a:pt x="1346" y="6007"/>
                  <a:pt x="3005" y="6007"/>
                </a:cubicBezTo>
                <a:cubicBezTo>
                  <a:pt x="4663" y="6007"/>
                  <a:pt x="6008" y="4663"/>
                  <a:pt x="6008" y="3005"/>
                </a:cubicBezTo>
                <a:cubicBezTo>
                  <a:pt x="6008" y="1346"/>
                  <a:pt x="4663" y="1"/>
                  <a:pt x="30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333;p15">
            <a:extLst>
              <a:ext uri="{FF2B5EF4-FFF2-40B4-BE49-F238E27FC236}">
                <a16:creationId xmlns:a16="http://schemas.microsoft.com/office/drawing/2014/main" id="{99B17779-C115-2440-7F48-111B8A63CF3D}"/>
              </a:ext>
            </a:extLst>
          </p:cNvPr>
          <p:cNvSpPr/>
          <p:nvPr/>
        </p:nvSpPr>
        <p:spPr>
          <a:xfrm flipH="1">
            <a:off x="8026200" y="0"/>
            <a:ext cx="280800" cy="558000"/>
          </a:xfrm>
          <a:custGeom>
            <a:avLst/>
            <a:gdLst/>
            <a:ahLst/>
            <a:cxnLst/>
            <a:rect l="l" t="t" r="r" b="b"/>
            <a:pathLst>
              <a:path w="3754" h="15017" extrusionOk="0">
                <a:moveTo>
                  <a:pt x="0" y="1"/>
                </a:moveTo>
                <a:lnTo>
                  <a:pt x="0" y="15017"/>
                </a:lnTo>
                <a:lnTo>
                  <a:pt x="3754" y="15017"/>
                </a:lnTo>
                <a:lnTo>
                  <a:pt x="3754" y="1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334;p15">
            <a:extLst>
              <a:ext uri="{FF2B5EF4-FFF2-40B4-BE49-F238E27FC236}">
                <a16:creationId xmlns:a16="http://schemas.microsoft.com/office/drawing/2014/main" id="{943FDFEB-4E38-E214-7969-E3FD98F9A3C0}"/>
              </a:ext>
            </a:extLst>
          </p:cNvPr>
          <p:cNvSpPr/>
          <p:nvPr userDrawn="1"/>
        </p:nvSpPr>
        <p:spPr>
          <a:xfrm flipH="1">
            <a:off x="8307000" y="0"/>
            <a:ext cx="277200" cy="558000"/>
          </a:xfrm>
          <a:custGeom>
            <a:avLst/>
            <a:gdLst/>
            <a:ahLst/>
            <a:cxnLst/>
            <a:rect l="l" t="t" r="r" b="b"/>
            <a:pathLst>
              <a:path w="3756" h="15017" extrusionOk="0">
                <a:moveTo>
                  <a:pt x="0" y="1"/>
                </a:moveTo>
                <a:lnTo>
                  <a:pt x="0" y="15017"/>
                </a:lnTo>
                <a:lnTo>
                  <a:pt x="3755" y="15017"/>
                </a:lnTo>
                <a:lnTo>
                  <a:pt x="375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76;p13">
            <a:extLst>
              <a:ext uri="{FF2B5EF4-FFF2-40B4-BE49-F238E27FC236}">
                <a16:creationId xmlns:a16="http://schemas.microsoft.com/office/drawing/2014/main" id="{58F55094-9B0F-0728-9071-40CF0E288262}"/>
              </a:ext>
            </a:extLst>
          </p:cNvPr>
          <p:cNvSpPr/>
          <p:nvPr userDrawn="1"/>
        </p:nvSpPr>
        <p:spPr>
          <a:xfrm flipH="1">
            <a:off x="0" y="555509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0" y="1"/>
                </a:moveTo>
                <a:cubicBezTo>
                  <a:pt x="4148" y="1"/>
                  <a:pt x="7509" y="3362"/>
                  <a:pt x="7509" y="7508"/>
                </a:cubicBezTo>
                <a:lnTo>
                  <a:pt x="7509" y="1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32" name="Google Shape;280;p13">
            <a:extLst>
              <a:ext uri="{FF2B5EF4-FFF2-40B4-BE49-F238E27FC236}">
                <a16:creationId xmlns:a16="http://schemas.microsoft.com/office/drawing/2014/main" id="{98BC2E0A-7079-C777-3342-88324C497707}"/>
              </a:ext>
            </a:extLst>
          </p:cNvPr>
          <p:cNvSpPr/>
          <p:nvPr/>
        </p:nvSpPr>
        <p:spPr>
          <a:xfrm rot="5400000" flipH="1">
            <a:off x="555619" y="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0"/>
                </a:moveTo>
                <a:lnTo>
                  <a:pt x="1" y="7509"/>
                </a:lnTo>
                <a:lnTo>
                  <a:pt x="7508" y="7476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281;p13">
            <a:extLst>
              <a:ext uri="{FF2B5EF4-FFF2-40B4-BE49-F238E27FC236}">
                <a16:creationId xmlns:a16="http://schemas.microsoft.com/office/drawing/2014/main" id="{4604B7A7-7F4D-2654-9FBD-079C000C469E}"/>
              </a:ext>
            </a:extLst>
          </p:cNvPr>
          <p:cNvSpPr/>
          <p:nvPr/>
        </p:nvSpPr>
        <p:spPr>
          <a:xfrm rot="5400000" flipH="1">
            <a:off x="555619" y="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290;p13">
            <a:extLst>
              <a:ext uri="{FF2B5EF4-FFF2-40B4-BE49-F238E27FC236}">
                <a16:creationId xmlns:a16="http://schemas.microsoft.com/office/drawing/2014/main" id="{CEBB2627-4EBB-DE93-1C4E-3EE5546D8C45}"/>
              </a:ext>
            </a:extLst>
          </p:cNvPr>
          <p:cNvSpPr/>
          <p:nvPr userDrawn="1"/>
        </p:nvSpPr>
        <p:spPr>
          <a:xfrm rot="5400000" flipH="1">
            <a:off x="1110217" y="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10" h="7510" extrusionOk="0">
                <a:moveTo>
                  <a:pt x="7509" y="1"/>
                </a:moveTo>
                <a:cubicBezTo>
                  <a:pt x="3362" y="1"/>
                  <a:pt x="1" y="3362"/>
                  <a:pt x="1" y="7509"/>
                </a:cubicBezTo>
                <a:lnTo>
                  <a:pt x="7509" y="7509"/>
                </a:lnTo>
                <a:lnTo>
                  <a:pt x="750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33;p15">
            <a:extLst>
              <a:ext uri="{FF2B5EF4-FFF2-40B4-BE49-F238E27FC236}">
                <a16:creationId xmlns:a16="http://schemas.microsoft.com/office/drawing/2014/main" id="{6240D543-DCCB-6813-AEF8-36C11117B235}"/>
              </a:ext>
            </a:extLst>
          </p:cNvPr>
          <p:cNvSpPr/>
          <p:nvPr/>
        </p:nvSpPr>
        <p:spPr>
          <a:xfrm rot="5400000">
            <a:off x="138601" y="138600"/>
            <a:ext cx="280800" cy="558000"/>
          </a:xfrm>
          <a:custGeom>
            <a:avLst/>
            <a:gdLst/>
            <a:ahLst/>
            <a:cxnLst/>
            <a:rect l="l" t="t" r="r" b="b"/>
            <a:pathLst>
              <a:path w="3754" h="15017" extrusionOk="0">
                <a:moveTo>
                  <a:pt x="0" y="1"/>
                </a:moveTo>
                <a:lnTo>
                  <a:pt x="0" y="15017"/>
                </a:lnTo>
                <a:lnTo>
                  <a:pt x="3754" y="15017"/>
                </a:lnTo>
                <a:lnTo>
                  <a:pt x="3754" y="1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34;p15">
            <a:extLst>
              <a:ext uri="{FF2B5EF4-FFF2-40B4-BE49-F238E27FC236}">
                <a16:creationId xmlns:a16="http://schemas.microsoft.com/office/drawing/2014/main" id="{16713371-9AFC-C4E2-DD1E-232047EA421B}"/>
              </a:ext>
            </a:extLst>
          </p:cNvPr>
          <p:cNvSpPr/>
          <p:nvPr userDrawn="1"/>
        </p:nvSpPr>
        <p:spPr>
          <a:xfrm rot="5400000">
            <a:off x="140401" y="-140400"/>
            <a:ext cx="277200" cy="558000"/>
          </a:xfrm>
          <a:custGeom>
            <a:avLst/>
            <a:gdLst/>
            <a:ahLst/>
            <a:cxnLst/>
            <a:rect l="l" t="t" r="r" b="b"/>
            <a:pathLst>
              <a:path w="3756" h="15017" extrusionOk="0">
                <a:moveTo>
                  <a:pt x="0" y="1"/>
                </a:moveTo>
                <a:lnTo>
                  <a:pt x="0" y="15017"/>
                </a:lnTo>
                <a:lnTo>
                  <a:pt x="3755" y="15017"/>
                </a:lnTo>
                <a:lnTo>
                  <a:pt x="3755" y="1"/>
                </a:lnTo>
                <a:close/>
              </a:path>
            </a:pathLst>
          </a:custGeom>
          <a:solidFill>
            <a:srgbClr val="BCE2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290;p13">
            <a:extLst>
              <a:ext uri="{FF2B5EF4-FFF2-40B4-BE49-F238E27FC236}">
                <a16:creationId xmlns:a16="http://schemas.microsoft.com/office/drawing/2014/main" id="{20858342-A45B-B7AF-9F13-253A28D37868}"/>
              </a:ext>
            </a:extLst>
          </p:cNvPr>
          <p:cNvSpPr/>
          <p:nvPr userDrawn="1"/>
        </p:nvSpPr>
        <p:spPr>
          <a:xfrm>
            <a:off x="8586000" y="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10" h="7510" extrusionOk="0">
                <a:moveTo>
                  <a:pt x="7509" y="1"/>
                </a:moveTo>
                <a:cubicBezTo>
                  <a:pt x="3362" y="1"/>
                  <a:pt x="1" y="3362"/>
                  <a:pt x="1" y="7509"/>
                </a:cubicBezTo>
                <a:lnTo>
                  <a:pt x="7509" y="7509"/>
                </a:lnTo>
                <a:lnTo>
                  <a:pt x="750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1879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 preserve="1" userDrawn="1">
  <p:cSld name="1_Title only 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 rot="10800000" flipH="1">
            <a:off x="555619" y="4585500"/>
            <a:ext cx="1116000" cy="558000"/>
          </a:xfrm>
          <a:custGeom>
            <a:avLst/>
            <a:gdLst/>
            <a:ahLst/>
            <a:cxnLst/>
            <a:rect l="l" t="t" r="r" b="b"/>
            <a:pathLst>
              <a:path w="15017" h="7509" extrusionOk="0">
                <a:moveTo>
                  <a:pt x="1" y="1"/>
                </a:moveTo>
                <a:lnTo>
                  <a:pt x="1" y="7508"/>
                </a:lnTo>
                <a:lnTo>
                  <a:pt x="7510" y="7508"/>
                </a:lnTo>
                <a:lnTo>
                  <a:pt x="150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1" name="Google Shape;271;p13"/>
          <p:cNvSpPr/>
          <p:nvPr/>
        </p:nvSpPr>
        <p:spPr>
          <a:xfrm rot="10800000" flipH="1">
            <a:off x="661918" y="4666500"/>
            <a:ext cx="396001" cy="396000"/>
          </a:xfrm>
          <a:custGeom>
            <a:avLst/>
            <a:gdLst/>
            <a:ahLst/>
            <a:cxnLst/>
            <a:rect l="l" t="t" r="r" b="b"/>
            <a:pathLst>
              <a:path w="6008" h="6007" extrusionOk="0">
                <a:moveTo>
                  <a:pt x="3004" y="1"/>
                </a:moveTo>
                <a:cubicBezTo>
                  <a:pt x="1345" y="1"/>
                  <a:pt x="1" y="1345"/>
                  <a:pt x="1" y="3003"/>
                </a:cubicBezTo>
                <a:cubicBezTo>
                  <a:pt x="1" y="4662"/>
                  <a:pt x="1345" y="6006"/>
                  <a:pt x="3004" y="6006"/>
                </a:cubicBezTo>
                <a:cubicBezTo>
                  <a:pt x="4662" y="6006"/>
                  <a:pt x="6008" y="4662"/>
                  <a:pt x="6008" y="3003"/>
                </a:cubicBezTo>
                <a:cubicBezTo>
                  <a:pt x="6008" y="1345"/>
                  <a:pt x="4662" y="1"/>
                  <a:pt x="300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3"/>
          <p:cNvSpPr/>
          <p:nvPr userDrawn="1"/>
        </p:nvSpPr>
        <p:spPr>
          <a:xfrm>
            <a:off x="8586000" y="555509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0" y="1"/>
                </a:moveTo>
                <a:cubicBezTo>
                  <a:pt x="4148" y="1"/>
                  <a:pt x="7509" y="3362"/>
                  <a:pt x="7509" y="7508"/>
                </a:cubicBezTo>
                <a:lnTo>
                  <a:pt x="7509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282" name="Google Shape;282;p13"/>
          <p:cNvSpPr/>
          <p:nvPr userDrawn="1"/>
        </p:nvSpPr>
        <p:spPr>
          <a:xfrm rot="16200000" flipH="1">
            <a:off x="7474549" y="458550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lnTo>
                  <a:pt x="1" y="7508"/>
                </a:ln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"/>
          <p:cNvSpPr/>
          <p:nvPr userDrawn="1"/>
        </p:nvSpPr>
        <p:spPr>
          <a:xfrm rot="5400000" flipV="1">
            <a:off x="8032550" y="4029991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10" h="7510" extrusionOk="0">
                <a:moveTo>
                  <a:pt x="7509" y="1"/>
                </a:moveTo>
                <a:cubicBezTo>
                  <a:pt x="3362" y="1"/>
                  <a:pt x="1" y="3362"/>
                  <a:pt x="1" y="7509"/>
                </a:cubicBezTo>
                <a:lnTo>
                  <a:pt x="7509" y="7509"/>
                </a:lnTo>
                <a:lnTo>
                  <a:pt x="7509" y="1"/>
                </a:lnTo>
                <a:close/>
              </a:path>
            </a:pathLst>
          </a:custGeom>
          <a:solidFill>
            <a:srgbClr val="BCE2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3"/>
          <p:cNvSpPr/>
          <p:nvPr userDrawn="1"/>
        </p:nvSpPr>
        <p:spPr>
          <a:xfrm rot="16200000">
            <a:off x="7482339" y="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10" h="7510" extrusionOk="0">
                <a:moveTo>
                  <a:pt x="7509" y="1"/>
                </a:moveTo>
                <a:cubicBezTo>
                  <a:pt x="3362" y="1"/>
                  <a:pt x="1" y="3362"/>
                  <a:pt x="1" y="7509"/>
                </a:cubicBezTo>
                <a:lnTo>
                  <a:pt x="7509" y="7509"/>
                </a:lnTo>
                <a:lnTo>
                  <a:pt x="7509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20;p15">
            <a:extLst>
              <a:ext uri="{FF2B5EF4-FFF2-40B4-BE49-F238E27FC236}">
                <a16:creationId xmlns:a16="http://schemas.microsoft.com/office/drawing/2014/main" id="{8773F95C-07B2-7374-EEBB-6CB0F7FBDE27}"/>
              </a:ext>
            </a:extLst>
          </p:cNvPr>
          <p:cNvSpPr/>
          <p:nvPr userDrawn="1"/>
        </p:nvSpPr>
        <p:spPr>
          <a:xfrm flipH="1">
            <a:off x="555619" y="4027279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321;p15">
            <a:extLst>
              <a:ext uri="{FF2B5EF4-FFF2-40B4-BE49-F238E27FC236}">
                <a16:creationId xmlns:a16="http://schemas.microsoft.com/office/drawing/2014/main" id="{12E004CD-A34B-06DB-5C77-0F55F54E5C14}"/>
              </a:ext>
            </a:extLst>
          </p:cNvPr>
          <p:cNvSpPr/>
          <p:nvPr/>
        </p:nvSpPr>
        <p:spPr>
          <a:xfrm rot="16200000" flipH="1">
            <a:off x="0" y="4027279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7509" y="1"/>
                </a:moveTo>
                <a:lnTo>
                  <a:pt x="0" y="7508"/>
                </a:lnTo>
                <a:lnTo>
                  <a:pt x="7509" y="7475"/>
                </a:lnTo>
                <a:lnTo>
                  <a:pt x="7509" y="1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322;p15">
            <a:extLst>
              <a:ext uri="{FF2B5EF4-FFF2-40B4-BE49-F238E27FC236}">
                <a16:creationId xmlns:a16="http://schemas.microsoft.com/office/drawing/2014/main" id="{38509201-1CA3-3B8D-984C-78D24D499B75}"/>
              </a:ext>
            </a:extLst>
          </p:cNvPr>
          <p:cNvSpPr/>
          <p:nvPr/>
        </p:nvSpPr>
        <p:spPr>
          <a:xfrm rot="16200000" flipH="1">
            <a:off x="0" y="4027279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0" y="1"/>
                </a:moveTo>
                <a:lnTo>
                  <a:pt x="0" y="7508"/>
                </a:lnTo>
                <a:lnTo>
                  <a:pt x="7509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323;p15">
            <a:extLst>
              <a:ext uri="{FF2B5EF4-FFF2-40B4-BE49-F238E27FC236}">
                <a16:creationId xmlns:a16="http://schemas.microsoft.com/office/drawing/2014/main" id="{E54579F2-E024-08DC-CDEA-D1FCB2E16E66}"/>
              </a:ext>
            </a:extLst>
          </p:cNvPr>
          <p:cNvSpPr/>
          <p:nvPr userDrawn="1"/>
        </p:nvSpPr>
        <p:spPr>
          <a:xfrm rot="10800000">
            <a:off x="0" y="458550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10" extrusionOk="0">
                <a:moveTo>
                  <a:pt x="0" y="1"/>
                </a:moveTo>
                <a:lnTo>
                  <a:pt x="7509" y="7510"/>
                </a:lnTo>
                <a:lnTo>
                  <a:pt x="7509" y="1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324;p15">
            <a:extLst>
              <a:ext uri="{FF2B5EF4-FFF2-40B4-BE49-F238E27FC236}">
                <a16:creationId xmlns:a16="http://schemas.microsoft.com/office/drawing/2014/main" id="{967B8980-1984-689D-86D7-22B96EB1B60D}"/>
              </a:ext>
            </a:extLst>
          </p:cNvPr>
          <p:cNvSpPr/>
          <p:nvPr userDrawn="1"/>
        </p:nvSpPr>
        <p:spPr>
          <a:xfrm rot="16200000" flipH="1">
            <a:off x="0" y="3474262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0" y="1"/>
                </a:moveTo>
                <a:cubicBezTo>
                  <a:pt x="4147" y="1"/>
                  <a:pt x="7509" y="3362"/>
                  <a:pt x="7509" y="7508"/>
                </a:cubicBezTo>
                <a:lnTo>
                  <a:pt x="7509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31;p15">
            <a:extLst>
              <a:ext uri="{FF2B5EF4-FFF2-40B4-BE49-F238E27FC236}">
                <a16:creationId xmlns:a16="http://schemas.microsoft.com/office/drawing/2014/main" id="{F5C9D3D5-D95B-8B52-164C-60C893DC69B6}"/>
              </a:ext>
            </a:extLst>
          </p:cNvPr>
          <p:cNvSpPr/>
          <p:nvPr/>
        </p:nvSpPr>
        <p:spPr>
          <a:xfrm flipH="1">
            <a:off x="8586000" y="4029991"/>
            <a:ext cx="558000" cy="558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32;p15">
            <a:extLst>
              <a:ext uri="{FF2B5EF4-FFF2-40B4-BE49-F238E27FC236}">
                <a16:creationId xmlns:a16="http://schemas.microsoft.com/office/drawing/2014/main" id="{9D8E12C8-2DAB-BA13-8A9C-647B4A9F178F}"/>
              </a:ext>
            </a:extLst>
          </p:cNvPr>
          <p:cNvSpPr/>
          <p:nvPr/>
        </p:nvSpPr>
        <p:spPr>
          <a:xfrm flipH="1">
            <a:off x="8667000" y="4110991"/>
            <a:ext cx="396000" cy="396000"/>
          </a:xfrm>
          <a:custGeom>
            <a:avLst/>
            <a:gdLst/>
            <a:ahLst/>
            <a:cxnLst/>
            <a:rect l="l" t="t" r="r" b="b"/>
            <a:pathLst>
              <a:path w="6008" h="6008" extrusionOk="0">
                <a:moveTo>
                  <a:pt x="3005" y="1"/>
                </a:moveTo>
                <a:cubicBezTo>
                  <a:pt x="1346" y="1"/>
                  <a:pt x="1" y="1346"/>
                  <a:pt x="1" y="3005"/>
                </a:cubicBezTo>
                <a:cubicBezTo>
                  <a:pt x="1" y="4663"/>
                  <a:pt x="1346" y="6007"/>
                  <a:pt x="3005" y="6007"/>
                </a:cubicBezTo>
                <a:cubicBezTo>
                  <a:pt x="4663" y="6007"/>
                  <a:pt x="6008" y="4663"/>
                  <a:pt x="6008" y="3005"/>
                </a:cubicBezTo>
                <a:cubicBezTo>
                  <a:pt x="6008" y="1346"/>
                  <a:pt x="4663" y="1"/>
                  <a:pt x="30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33;p15">
            <a:extLst>
              <a:ext uri="{FF2B5EF4-FFF2-40B4-BE49-F238E27FC236}">
                <a16:creationId xmlns:a16="http://schemas.microsoft.com/office/drawing/2014/main" id="{4E29B456-42FF-6073-E3D1-178F8B02B6C0}"/>
              </a:ext>
            </a:extLst>
          </p:cNvPr>
          <p:cNvSpPr/>
          <p:nvPr/>
        </p:nvSpPr>
        <p:spPr>
          <a:xfrm rot="16200000" flipH="1">
            <a:off x="8724600" y="4724100"/>
            <a:ext cx="280800" cy="558000"/>
          </a:xfrm>
          <a:custGeom>
            <a:avLst/>
            <a:gdLst/>
            <a:ahLst/>
            <a:cxnLst/>
            <a:rect l="l" t="t" r="r" b="b"/>
            <a:pathLst>
              <a:path w="3754" h="15017" extrusionOk="0">
                <a:moveTo>
                  <a:pt x="0" y="1"/>
                </a:moveTo>
                <a:lnTo>
                  <a:pt x="0" y="15017"/>
                </a:lnTo>
                <a:lnTo>
                  <a:pt x="3754" y="15017"/>
                </a:lnTo>
                <a:lnTo>
                  <a:pt x="3754" y="1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34;p15">
            <a:extLst>
              <a:ext uri="{FF2B5EF4-FFF2-40B4-BE49-F238E27FC236}">
                <a16:creationId xmlns:a16="http://schemas.microsoft.com/office/drawing/2014/main" id="{A8AC3380-81D7-706F-6222-AA286BA0CC33}"/>
              </a:ext>
            </a:extLst>
          </p:cNvPr>
          <p:cNvSpPr/>
          <p:nvPr userDrawn="1"/>
        </p:nvSpPr>
        <p:spPr>
          <a:xfrm rot="16200000" flipH="1">
            <a:off x="8726400" y="4445100"/>
            <a:ext cx="277200" cy="558000"/>
          </a:xfrm>
          <a:custGeom>
            <a:avLst/>
            <a:gdLst/>
            <a:ahLst/>
            <a:cxnLst/>
            <a:rect l="l" t="t" r="r" b="b"/>
            <a:pathLst>
              <a:path w="3756" h="15017" extrusionOk="0">
                <a:moveTo>
                  <a:pt x="0" y="1"/>
                </a:moveTo>
                <a:lnTo>
                  <a:pt x="0" y="15017"/>
                </a:lnTo>
                <a:lnTo>
                  <a:pt x="3755" y="15017"/>
                </a:lnTo>
                <a:lnTo>
                  <a:pt x="3755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336;p15">
            <a:extLst>
              <a:ext uri="{FF2B5EF4-FFF2-40B4-BE49-F238E27FC236}">
                <a16:creationId xmlns:a16="http://schemas.microsoft.com/office/drawing/2014/main" id="{9C7FD2AC-D319-2221-4EAA-491DE8D590B4}"/>
              </a:ext>
            </a:extLst>
          </p:cNvPr>
          <p:cNvSpPr/>
          <p:nvPr userDrawn="1"/>
        </p:nvSpPr>
        <p:spPr>
          <a:xfrm rot="10800000" flipH="1">
            <a:off x="8034349" y="458550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7509" y="0"/>
                </a:moveTo>
                <a:lnTo>
                  <a:pt x="0" y="7509"/>
                </a:lnTo>
                <a:lnTo>
                  <a:pt x="7509" y="7509"/>
                </a:lnTo>
                <a:lnTo>
                  <a:pt x="750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337;p15">
            <a:extLst>
              <a:ext uri="{FF2B5EF4-FFF2-40B4-BE49-F238E27FC236}">
                <a16:creationId xmlns:a16="http://schemas.microsoft.com/office/drawing/2014/main" id="{A419B95C-A82A-8B71-6DD8-73A2CF94E581}"/>
              </a:ext>
            </a:extLst>
          </p:cNvPr>
          <p:cNvSpPr/>
          <p:nvPr userDrawn="1"/>
        </p:nvSpPr>
        <p:spPr>
          <a:xfrm rot="5400000">
            <a:off x="8586000" y="347199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0" y="1"/>
                </a:moveTo>
                <a:cubicBezTo>
                  <a:pt x="4147" y="1"/>
                  <a:pt x="7509" y="3362"/>
                  <a:pt x="7509" y="7508"/>
                </a:cubicBezTo>
                <a:lnTo>
                  <a:pt x="7509" y="1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333;p15">
            <a:extLst>
              <a:ext uri="{FF2B5EF4-FFF2-40B4-BE49-F238E27FC236}">
                <a16:creationId xmlns:a16="http://schemas.microsoft.com/office/drawing/2014/main" id="{99B17779-C115-2440-7F48-111B8A63CF3D}"/>
              </a:ext>
            </a:extLst>
          </p:cNvPr>
          <p:cNvSpPr/>
          <p:nvPr/>
        </p:nvSpPr>
        <p:spPr>
          <a:xfrm flipH="1">
            <a:off x="8026200" y="0"/>
            <a:ext cx="280800" cy="558000"/>
          </a:xfrm>
          <a:custGeom>
            <a:avLst/>
            <a:gdLst/>
            <a:ahLst/>
            <a:cxnLst/>
            <a:rect l="l" t="t" r="r" b="b"/>
            <a:pathLst>
              <a:path w="3754" h="15017" extrusionOk="0">
                <a:moveTo>
                  <a:pt x="0" y="1"/>
                </a:moveTo>
                <a:lnTo>
                  <a:pt x="0" y="15017"/>
                </a:lnTo>
                <a:lnTo>
                  <a:pt x="3754" y="15017"/>
                </a:lnTo>
                <a:lnTo>
                  <a:pt x="3754" y="1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334;p15">
            <a:extLst>
              <a:ext uri="{FF2B5EF4-FFF2-40B4-BE49-F238E27FC236}">
                <a16:creationId xmlns:a16="http://schemas.microsoft.com/office/drawing/2014/main" id="{943FDFEB-4E38-E214-7969-E3FD98F9A3C0}"/>
              </a:ext>
            </a:extLst>
          </p:cNvPr>
          <p:cNvSpPr/>
          <p:nvPr userDrawn="1"/>
        </p:nvSpPr>
        <p:spPr>
          <a:xfrm flipH="1">
            <a:off x="8307000" y="0"/>
            <a:ext cx="277200" cy="558000"/>
          </a:xfrm>
          <a:custGeom>
            <a:avLst/>
            <a:gdLst/>
            <a:ahLst/>
            <a:cxnLst/>
            <a:rect l="l" t="t" r="r" b="b"/>
            <a:pathLst>
              <a:path w="3756" h="15017" extrusionOk="0">
                <a:moveTo>
                  <a:pt x="0" y="1"/>
                </a:moveTo>
                <a:lnTo>
                  <a:pt x="0" y="15017"/>
                </a:lnTo>
                <a:lnTo>
                  <a:pt x="3755" y="15017"/>
                </a:lnTo>
                <a:lnTo>
                  <a:pt x="375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276;p13">
            <a:extLst>
              <a:ext uri="{FF2B5EF4-FFF2-40B4-BE49-F238E27FC236}">
                <a16:creationId xmlns:a16="http://schemas.microsoft.com/office/drawing/2014/main" id="{58F55094-9B0F-0728-9071-40CF0E288262}"/>
              </a:ext>
            </a:extLst>
          </p:cNvPr>
          <p:cNvSpPr/>
          <p:nvPr userDrawn="1"/>
        </p:nvSpPr>
        <p:spPr>
          <a:xfrm flipH="1">
            <a:off x="0" y="555509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0" y="1"/>
                </a:moveTo>
                <a:cubicBezTo>
                  <a:pt x="4148" y="1"/>
                  <a:pt x="7509" y="3362"/>
                  <a:pt x="7509" y="7508"/>
                </a:cubicBezTo>
                <a:lnTo>
                  <a:pt x="7509" y="1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32" name="Google Shape;280;p13">
            <a:extLst>
              <a:ext uri="{FF2B5EF4-FFF2-40B4-BE49-F238E27FC236}">
                <a16:creationId xmlns:a16="http://schemas.microsoft.com/office/drawing/2014/main" id="{98BC2E0A-7079-C777-3342-88324C497707}"/>
              </a:ext>
            </a:extLst>
          </p:cNvPr>
          <p:cNvSpPr/>
          <p:nvPr/>
        </p:nvSpPr>
        <p:spPr>
          <a:xfrm rot="5400000" flipH="1">
            <a:off x="546652" y="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0"/>
                </a:moveTo>
                <a:lnTo>
                  <a:pt x="1" y="7509"/>
                </a:lnTo>
                <a:lnTo>
                  <a:pt x="7508" y="7476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281;p13">
            <a:extLst>
              <a:ext uri="{FF2B5EF4-FFF2-40B4-BE49-F238E27FC236}">
                <a16:creationId xmlns:a16="http://schemas.microsoft.com/office/drawing/2014/main" id="{4604B7A7-7F4D-2654-9FBD-079C000C469E}"/>
              </a:ext>
            </a:extLst>
          </p:cNvPr>
          <p:cNvSpPr/>
          <p:nvPr/>
        </p:nvSpPr>
        <p:spPr>
          <a:xfrm rot="5400000" flipH="1">
            <a:off x="546652" y="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290;p13">
            <a:extLst>
              <a:ext uri="{FF2B5EF4-FFF2-40B4-BE49-F238E27FC236}">
                <a16:creationId xmlns:a16="http://schemas.microsoft.com/office/drawing/2014/main" id="{CEBB2627-4EBB-DE93-1C4E-3EE5546D8C45}"/>
              </a:ext>
            </a:extLst>
          </p:cNvPr>
          <p:cNvSpPr/>
          <p:nvPr userDrawn="1"/>
        </p:nvSpPr>
        <p:spPr>
          <a:xfrm rot="5400000" flipH="1">
            <a:off x="1101250" y="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10" h="7510" extrusionOk="0">
                <a:moveTo>
                  <a:pt x="7509" y="1"/>
                </a:moveTo>
                <a:cubicBezTo>
                  <a:pt x="3362" y="1"/>
                  <a:pt x="1" y="3362"/>
                  <a:pt x="1" y="7509"/>
                </a:cubicBezTo>
                <a:lnTo>
                  <a:pt x="7509" y="7509"/>
                </a:lnTo>
                <a:lnTo>
                  <a:pt x="750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33;p15">
            <a:extLst>
              <a:ext uri="{FF2B5EF4-FFF2-40B4-BE49-F238E27FC236}">
                <a16:creationId xmlns:a16="http://schemas.microsoft.com/office/drawing/2014/main" id="{6240D543-DCCB-6813-AEF8-36C11117B235}"/>
              </a:ext>
            </a:extLst>
          </p:cNvPr>
          <p:cNvSpPr/>
          <p:nvPr/>
        </p:nvSpPr>
        <p:spPr>
          <a:xfrm rot="5400000">
            <a:off x="138601" y="138600"/>
            <a:ext cx="280800" cy="558000"/>
          </a:xfrm>
          <a:custGeom>
            <a:avLst/>
            <a:gdLst/>
            <a:ahLst/>
            <a:cxnLst/>
            <a:rect l="l" t="t" r="r" b="b"/>
            <a:pathLst>
              <a:path w="3754" h="15017" extrusionOk="0">
                <a:moveTo>
                  <a:pt x="0" y="1"/>
                </a:moveTo>
                <a:lnTo>
                  <a:pt x="0" y="15017"/>
                </a:lnTo>
                <a:lnTo>
                  <a:pt x="3754" y="15017"/>
                </a:lnTo>
                <a:lnTo>
                  <a:pt x="3754" y="1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34;p15">
            <a:extLst>
              <a:ext uri="{FF2B5EF4-FFF2-40B4-BE49-F238E27FC236}">
                <a16:creationId xmlns:a16="http://schemas.microsoft.com/office/drawing/2014/main" id="{16713371-9AFC-C4E2-DD1E-232047EA421B}"/>
              </a:ext>
            </a:extLst>
          </p:cNvPr>
          <p:cNvSpPr/>
          <p:nvPr userDrawn="1"/>
        </p:nvSpPr>
        <p:spPr>
          <a:xfrm rot="5400000">
            <a:off x="140401" y="-140400"/>
            <a:ext cx="277200" cy="558000"/>
          </a:xfrm>
          <a:custGeom>
            <a:avLst/>
            <a:gdLst/>
            <a:ahLst/>
            <a:cxnLst/>
            <a:rect l="l" t="t" r="r" b="b"/>
            <a:pathLst>
              <a:path w="3756" h="15017" extrusionOk="0">
                <a:moveTo>
                  <a:pt x="0" y="1"/>
                </a:moveTo>
                <a:lnTo>
                  <a:pt x="0" y="15017"/>
                </a:lnTo>
                <a:lnTo>
                  <a:pt x="3755" y="15017"/>
                </a:lnTo>
                <a:lnTo>
                  <a:pt x="3755" y="1"/>
                </a:lnTo>
                <a:close/>
              </a:path>
            </a:pathLst>
          </a:custGeom>
          <a:solidFill>
            <a:srgbClr val="BCE2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290;p13">
            <a:extLst>
              <a:ext uri="{FF2B5EF4-FFF2-40B4-BE49-F238E27FC236}">
                <a16:creationId xmlns:a16="http://schemas.microsoft.com/office/drawing/2014/main" id="{20858342-A45B-B7AF-9F13-253A28D37868}"/>
              </a:ext>
            </a:extLst>
          </p:cNvPr>
          <p:cNvSpPr/>
          <p:nvPr userDrawn="1"/>
        </p:nvSpPr>
        <p:spPr>
          <a:xfrm>
            <a:off x="8586000" y="0"/>
            <a:ext cx="558000" cy="558000"/>
          </a:xfrm>
          <a:custGeom>
            <a:avLst/>
            <a:gdLst/>
            <a:ahLst/>
            <a:cxnLst/>
            <a:rect l="l" t="t" r="r" b="b"/>
            <a:pathLst>
              <a:path w="7510" h="7510" extrusionOk="0">
                <a:moveTo>
                  <a:pt x="7509" y="1"/>
                </a:moveTo>
                <a:cubicBezTo>
                  <a:pt x="3362" y="1"/>
                  <a:pt x="1" y="3362"/>
                  <a:pt x="1" y="7509"/>
                </a:cubicBezTo>
                <a:lnTo>
                  <a:pt x="7509" y="7509"/>
                </a:lnTo>
                <a:lnTo>
                  <a:pt x="750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861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1064325" y="2299001"/>
            <a:ext cx="4441200" cy="143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3"/>
          <p:cNvSpPr txBox="1">
            <a:spLocks noGrp="1"/>
          </p:cNvSpPr>
          <p:nvPr>
            <p:ph type="title" idx="2" hasCustomPrompt="1"/>
          </p:nvPr>
        </p:nvSpPr>
        <p:spPr>
          <a:xfrm>
            <a:off x="1064325" y="905899"/>
            <a:ext cx="1250400" cy="11439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1064325" y="3882101"/>
            <a:ext cx="4441200" cy="3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highlight>
                  <a:schemeClr val="accent2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1" name="Google Shape;41;p3"/>
          <p:cNvGrpSpPr/>
          <p:nvPr/>
        </p:nvGrpSpPr>
        <p:grpSpPr>
          <a:xfrm flipH="1">
            <a:off x="582" y="0"/>
            <a:ext cx="2597866" cy="2298953"/>
            <a:chOff x="6840115" y="0"/>
            <a:chExt cx="2303889" cy="2038801"/>
          </a:xfrm>
        </p:grpSpPr>
        <p:sp>
          <p:nvSpPr>
            <p:cNvPr id="42" name="Google Shape;42;p3"/>
            <p:cNvSpPr/>
            <p:nvPr/>
          </p:nvSpPr>
          <p:spPr>
            <a:xfrm>
              <a:off x="8665198" y="1320461"/>
              <a:ext cx="478793" cy="239501"/>
            </a:xfrm>
            <a:custGeom>
              <a:avLst/>
              <a:gdLst/>
              <a:ahLst/>
              <a:cxnLst/>
              <a:rect l="l" t="t" r="r" b="b"/>
              <a:pathLst>
                <a:path w="7509" h="3756" extrusionOk="0">
                  <a:moveTo>
                    <a:pt x="0" y="1"/>
                  </a:moveTo>
                  <a:lnTo>
                    <a:pt x="0" y="3756"/>
                  </a:lnTo>
                  <a:lnTo>
                    <a:pt x="7509" y="3756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8665198" y="1081156"/>
              <a:ext cx="478793" cy="239374"/>
            </a:xfrm>
            <a:custGeom>
              <a:avLst/>
              <a:gdLst/>
              <a:ahLst/>
              <a:cxnLst/>
              <a:rect l="l" t="t" r="r" b="b"/>
              <a:pathLst>
                <a:path w="7509" h="3754" extrusionOk="0">
                  <a:moveTo>
                    <a:pt x="0" y="0"/>
                  </a:moveTo>
                  <a:lnTo>
                    <a:pt x="0" y="3754"/>
                  </a:lnTo>
                  <a:lnTo>
                    <a:pt x="7509" y="3754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8665198" y="449143"/>
              <a:ext cx="478793" cy="478875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8665209" y="449143"/>
              <a:ext cx="478793" cy="632033"/>
            </a:xfrm>
            <a:custGeom>
              <a:avLst/>
              <a:gdLst/>
              <a:ahLst/>
              <a:cxnLst/>
              <a:rect l="l" t="t" r="r" b="b"/>
              <a:pathLst>
                <a:path w="7509" h="15018" extrusionOk="0">
                  <a:moveTo>
                    <a:pt x="0" y="1"/>
                  </a:moveTo>
                  <a:lnTo>
                    <a:pt x="0" y="15017"/>
                  </a:lnTo>
                  <a:lnTo>
                    <a:pt x="7509" y="15017"/>
                  </a:lnTo>
                  <a:lnTo>
                    <a:pt x="7509" y="75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8665210" y="1559971"/>
              <a:ext cx="478793" cy="478830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8" y="7508"/>
                    <a:pt x="7509" y="4147"/>
                    <a:pt x="7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8131876" y="449150"/>
              <a:ext cx="533327" cy="533327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7284101" y="0"/>
              <a:ext cx="465014" cy="464995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34"/>
                  </a:ln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7284101" y="0"/>
              <a:ext cx="465014" cy="464995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7749133" y="0"/>
              <a:ext cx="464952" cy="46499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8" y="75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749133" y="0"/>
              <a:ext cx="929965" cy="464995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7508" y="1"/>
                  </a:moveTo>
                  <a:lnTo>
                    <a:pt x="0" y="7508"/>
                  </a:lnTo>
                  <a:lnTo>
                    <a:pt x="15016" y="7508"/>
                  </a:lnTo>
                  <a:lnTo>
                    <a:pt x="150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8260539" y="46445"/>
              <a:ext cx="372060" cy="372045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4" y="1"/>
                  </a:moveTo>
                  <a:cubicBezTo>
                    <a:pt x="1345" y="1"/>
                    <a:pt x="1" y="1346"/>
                    <a:pt x="1" y="3005"/>
                  </a:cubicBezTo>
                  <a:cubicBezTo>
                    <a:pt x="1" y="4663"/>
                    <a:pt x="1345" y="6007"/>
                    <a:pt x="3004" y="6007"/>
                  </a:cubicBezTo>
                  <a:cubicBezTo>
                    <a:pt x="4662" y="6007"/>
                    <a:pt x="6007" y="4663"/>
                    <a:pt x="6007" y="3005"/>
                  </a:cubicBezTo>
                  <a:cubicBezTo>
                    <a:pt x="6007" y="1346"/>
                    <a:pt x="4662" y="1"/>
                    <a:pt x="30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8679053" y="0"/>
              <a:ext cx="464952" cy="46499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 flipH="1">
              <a:off x="6840115" y="1552"/>
              <a:ext cx="450934" cy="450953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8" y="7508"/>
                    <a:pt x="7509" y="4147"/>
                    <a:pt x="7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3"/>
          <p:cNvGrpSpPr/>
          <p:nvPr/>
        </p:nvGrpSpPr>
        <p:grpSpPr>
          <a:xfrm>
            <a:off x="7206131" y="3224500"/>
            <a:ext cx="1940687" cy="1940706"/>
            <a:chOff x="7777263" y="3795574"/>
            <a:chExt cx="1369864" cy="1369878"/>
          </a:xfrm>
        </p:grpSpPr>
        <p:sp>
          <p:nvSpPr>
            <p:cNvPr id="56" name="Google Shape;56;p3"/>
            <p:cNvSpPr/>
            <p:nvPr/>
          </p:nvSpPr>
          <p:spPr>
            <a:xfrm rot="10800000">
              <a:off x="8236839" y="4700447"/>
              <a:ext cx="456300" cy="465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 rot="10800000">
              <a:off x="8918512" y="4700374"/>
              <a:ext cx="225488" cy="465001"/>
            </a:xfrm>
            <a:custGeom>
              <a:avLst/>
              <a:gdLst/>
              <a:ahLst/>
              <a:cxnLst/>
              <a:rect l="l" t="t" r="r" b="b"/>
              <a:pathLst>
                <a:path w="3755" h="15017" extrusionOk="0">
                  <a:moveTo>
                    <a:pt x="1" y="0"/>
                  </a:moveTo>
                  <a:lnTo>
                    <a:pt x="1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10800000">
              <a:off x="8693147" y="4700374"/>
              <a:ext cx="225428" cy="465001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3"/>
            <p:cNvSpPr/>
            <p:nvPr/>
          </p:nvSpPr>
          <p:spPr>
            <a:xfrm rot="10800000">
              <a:off x="8287314" y="4759617"/>
              <a:ext cx="360780" cy="360795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3"/>
            <p:cNvSpPr/>
            <p:nvPr/>
          </p:nvSpPr>
          <p:spPr>
            <a:xfrm rot="10800000">
              <a:off x="7777263" y="4700457"/>
              <a:ext cx="464995" cy="464995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3"/>
            <p:cNvSpPr/>
            <p:nvPr/>
          </p:nvSpPr>
          <p:spPr>
            <a:xfrm rot="5400000">
              <a:off x="8242255" y="3795574"/>
              <a:ext cx="904872" cy="904872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3"/>
          <p:cNvSpPr/>
          <p:nvPr/>
        </p:nvSpPr>
        <p:spPr>
          <a:xfrm rot="-5400000">
            <a:off x="66" y="4363599"/>
            <a:ext cx="779837" cy="779979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3"/>
          <p:cNvGrpSpPr/>
          <p:nvPr/>
        </p:nvGrpSpPr>
        <p:grpSpPr>
          <a:xfrm>
            <a:off x="8493305" y="-10447"/>
            <a:ext cx="681246" cy="677164"/>
            <a:chOff x="8339649" y="-10438"/>
            <a:chExt cx="830079" cy="825105"/>
          </a:xfrm>
        </p:grpSpPr>
        <p:sp>
          <p:nvSpPr>
            <p:cNvPr id="64" name="Google Shape;64;p3"/>
            <p:cNvSpPr/>
            <p:nvPr/>
          </p:nvSpPr>
          <p:spPr>
            <a:xfrm rot="-5400000">
              <a:off x="8339712" y="-54"/>
              <a:ext cx="804219" cy="80434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3"/>
            <p:cNvSpPr/>
            <p:nvPr/>
          </p:nvSpPr>
          <p:spPr>
            <a:xfrm rot="-5400000" flipH="1">
              <a:off x="8344716" y="-10346"/>
              <a:ext cx="825105" cy="824920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078000"/>
            <a:ext cx="7704000" cy="3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Nunito Light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69" name="Google Shape;69;p4"/>
          <p:cNvGrpSpPr/>
          <p:nvPr/>
        </p:nvGrpSpPr>
        <p:grpSpPr>
          <a:xfrm>
            <a:off x="2444" y="4674225"/>
            <a:ext cx="938487" cy="469256"/>
            <a:chOff x="2444" y="4674225"/>
            <a:chExt cx="938487" cy="469256"/>
          </a:xfrm>
        </p:grpSpPr>
        <p:sp>
          <p:nvSpPr>
            <p:cNvPr id="70" name="Google Shape;70;p4"/>
            <p:cNvSpPr/>
            <p:nvPr/>
          </p:nvSpPr>
          <p:spPr>
            <a:xfrm rot="10800000" flipH="1">
              <a:off x="2444" y="4674225"/>
              <a:ext cx="938487" cy="469256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10" y="7508"/>
                  </a:lnTo>
                  <a:lnTo>
                    <a:pt x="150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4"/>
            <p:cNvSpPr/>
            <p:nvPr/>
          </p:nvSpPr>
          <p:spPr>
            <a:xfrm rot="10800000" flipH="1">
              <a:off x="49378" y="4721156"/>
              <a:ext cx="375470" cy="375392"/>
            </a:xfrm>
            <a:custGeom>
              <a:avLst/>
              <a:gdLst/>
              <a:ahLst/>
              <a:cxnLst/>
              <a:rect l="l" t="t" r="r" b="b"/>
              <a:pathLst>
                <a:path w="6008" h="6007" extrusionOk="0">
                  <a:moveTo>
                    <a:pt x="3004" y="1"/>
                  </a:moveTo>
                  <a:cubicBezTo>
                    <a:pt x="1345" y="1"/>
                    <a:pt x="1" y="1345"/>
                    <a:pt x="1" y="3003"/>
                  </a:cubicBezTo>
                  <a:cubicBezTo>
                    <a:pt x="1" y="4662"/>
                    <a:pt x="1345" y="6006"/>
                    <a:pt x="3004" y="6006"/>
                  </a:cubicBezTo>
                  <a:cubicBezTo>
                    <a:pt x="4662" y="6006"/>
                    <a:pt x="6008" y="4662"/>
                    <a:pt x="6008" y="3003"/>
                  </a:cubicBezTo>
                  <a:cubicBezTo>
                    <a:pt x="6008" y="1345"/>
                    <a:pt x="4662" y="1"/>
                    <a:pt x="30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72;p4"/>
          <p:cNvGrpSpPr/>
          <p:nvPr/>
        </p:nvGrpSpPr>
        <p:grpSpPr>
          <a:xfrm>
            <a:off x="8186364" y="-4125"/>
            <a:ext cx="965212" cy="954345"/>
            <a:chOff x="8186364" y="-4125"/>
            <a:chExt cx="965212" cy="954345"/>
          </a:xfrm>
        </p:grpSpPr>
        <p:sp>
          <p:nvSpPr>
            <p:cNvPr id="73" name="Google Shape;73;p4"/>
            <p:cNvSpPr/>
            <p:nvPr/>
          </p:nvSpPr>
          <p:spPr>
            <a:xfrm rot="5400000">
              <a:off x="8672712" y="471367"/>
              <a:ext cx="478894" cy="478811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 rot="5400000">
              <a:off x="8672724" y="471367"/>
              <a:ext cx="478894" cy="478811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9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8665181" y="-4125"/>
              <a:ext cx="478823" cy="478868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8186364" y="-4125"/>
              <a:ext cx="478811" cy="478793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8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4"/>
          <p:cNvGrpSpPr/>
          <p:nvPr/>
        </p:nvGrpSpPr>
        <p:grpSpPr>
          <a:xfrm>
            <a:off x="7938839" y="3688711"/>
            <a:ext cx="1205577" cy="1454780"/>
            <a:chOff x="7938839" y="3688711"/>
            <a:chExt cx="1205577" cy="1454780"/>
          </a:xfrm>
        </p:grpSpPr>
        <p:sp>
          <p:nvSpPr>
            <p:cNvPr id="78" name="Google Shape;78;p4"/>
            <p:cNvSpPr/>
            <p:nvPr/>
          </p:nvSpPr>
          <p:spPr>
            <a:xfrm rot="10800000">
              <a:off x="7938839" y="4785311"/>
              <a:ext cx="716311" cy="358179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" name="Google Shape;79;p4"/>
            <p:cNvGrpSpPr/>
            <p:nvPr/>
          </p:nvGrpSpPr>
          <p:grpSpPr>
            <a:xfrm rot="10800000" flipH="1">
              <a:off x="8655138" y="3688711"/>
              <a:ext cx="489278" cy="1451855"/>
              <a:chOff x="8620978" y="531276"/>
              <a:chExt cx="539447" cy="1600899"/>
            </a:xfrm>
          </p:grpSpPr>
          <p:sp>
            <p:nvSpPr>
              <p:cNvPr id="80" name="Google Shape;80;p4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0"/>
                    </a:moveTo>
                    <a:lnTo>
                      <a:pt x="1" y="7509"/>
                    </a:lnTo>
                    <a:lnTo>
                      <a:pt x="7508" y="7476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0"/>
                    </a:moveTo>
                    <a:lnTo>
                      <a:pt x="1" y="7509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4"/>
              <p:cNvSpPr/>
              <p:nvPr/>
            </p:nvSpPr>
            <p:spPr>
              <a:xfrm rot="-5400000">
                <a:off x="8632286" y="1604037"/>
                <a:ext cx="528094" cy="528183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lnTo>
                      <a:pt x="1" y="7508"/>
                    </a:ln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 rot="5400000">
                <a:off x="8627008" y="1070650"/>
                <a:ext cx="533417" cy="533417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4" name="Google Shape;84;p4"/>
          <p:cNvGrpSpPr/>
          <p:nvPr/>
        </p:nvGrpSpPr>
        <p:grpSpPr>
          <a:xfrm>
            <a:off x="-5151" y="-73"/>
            <a:ext cx="1185834" cy="1415638"/>
            <a:chOff x="-5151" y="-73"/>
            <a:chExt cx="1185834" cy="1415638"/>
          </a:xfrm>
        </p:grpSpPr>
        <p:sp>
          <p:nvSpPr>
            <p:cNvPr id="85" name="Google Shape;85;p4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33"/>
                  </a:lnTo>
                  <a:lnTo>
                    <a:pt x="0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flipH="1">
              <a:off x="2448" y="944225"/>
              <a:ext cx="471277" cy="4713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1"/>
                  </a:move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 rot="10800000">
              <a:off x="709425" y="68"/>
              <a:ext cx="471258" cy="47132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 rot="-5400000" flipH="1">
              <a:off x="355972" y="117856"/>
              <a:ext cx="471202" cy="235717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 rot="-5400000">
              <a:off x="-5150" y="475622"/>
              <a:ext cx="465996" cy="465996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5"/>
          <p:cNvSpPr txBox="1">
            <a:spLocks noGrp="1"/>
          </p:cNvSpPr>
          <p:nvPr>
            <p:ph type="subTitle" idx="1"/>
          </p:nvPr>
        </p:nvSpPr>
        <p:spPr>
          <a:xfrm>
            <a:off x="5521800" y="3608750"/>
            <a:ext cx="2292600" cy="7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5"/>
          <p:cNvSpPr txBox="1">
            <a:spLocks noGrp="1"/>
          </p:cNvSpPr>
          <p:nvPr>
            <p:ph type="subTitle" idx="2"/>
          </p:nvPr>
        </p:nvSpPr>
        <p:spPr>
          <a:xfrm>
            <a:off x="1322825" y="3608750"/>
            <a:ext cx="2292600" cy="7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"/>
          <p:cNvSpPr txBox="1">
            <a:spLocks noGrp="1"/>
          </p:cNvSpPr>
          <p:nvPr>
            <p:ph type="subTitle" idx="3"/>
          </p:nvPr>
        </p:nvSpPr>
        <p:spPr>
          <a:xfrm>
            <a:off x="5521800" y="3137550"/>
            <a:ext cx="2292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subTitle" idx="4"/>
          </p:nvPr>
        </p:nvSpPr>
        <p:spPr>
          <a:xfrm>
            <a:off x="1322825" y="3137550"/>
            <a:ext cx="2292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97" name="Google Shape;97;p5"/>
          <p:cNvGrpSpPr/>
          <p:nvPr/>
        </p:nvGrpSpPr>
        <p:grpSpPr>
          <a:xfrm>
            <a:off x="-5151" y="-73"/>
            <a:ext cx="1793590" cy="1415638"/>
            <a:chOff x="-5151" y="-73"/>
            <a:chExt cx="1793590" cy="1415638"/>
          </a:xfrm>
        </p:grpSpPr>
        <p:grpSp>
          <p:nvGrpSpPr>
            <p:cNvPr id="98" name="Google Shape;98;p5"/>
            <p:cNvGrpSpPr/>
            <p:nvPr/>
          </p:nvGrpSpPr>
          <p:grpSpPr>
            <a:xfrm>
              <a:off x="-5151" y="-73"/>
              <a:ext cx="1185834" cy="1415638"/>
              <a:chOff x="-5151" y="-73"/>
              <a:chExt cx="1185834" cy="1415638"/>
            </a:xfrm>
          </p:grpSpPr>
          <p:sp>
            <p:nvSpPr>
              <p:cNvPr id="99" name="Google Shape;99;p5"/>
              <p:cNvSpPr/>
              <p:nvPr/>
            </p:nvSpPr>
            <p:spPr>
              <a:xfrm rot="-5400000">
                <a:off x="-5132" y="-92"/>
                <a:ext cx="476371" cy="476409"/>
              </a:xfrm>
              <a:custGeom>
                <a:avLst/>
                <a:gdLst/>
                <a:ahLst/>
                <a:cxnLst/>
                <a:rect l="l" t="t" r="r" b="b"/>
                <a:pathLst>
                  <a:path w="7509" h="7509" extrusionOk="0">
                    <a:moveTo>
                      <a:pt x="7509" y="0"/>
                    </a:moveTo>
                    <a:lnTo>
                      <a:pt x="0" y="33"/>
                    </a:lnTo>
                    <a:lnTo>
                      <a:pt x="0" y="7509"/>
                    </a:lnTo>
                    <a:lnTo>
                      <a:pt x="7509" y="0"/>
                    </a:lnTo>
                    <a:close/>
                  </a:path>
                </a:pathLst>
              </a:custGeom>
              <a:solidFill>
                <a:srgbClr val="FFC45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 rot="-5400000">
                <a:off x="-5132" y="-92"/>
                <a:ext cx="476371" cy="476409"/>
              </a:xfrm>
              <a:custGeom>
                <a:avLst/>
                <a:gdLst/>
                <a:ahLst/>
                <a:cxnLst/>
                <a:rect l="l" t="t" r="r" b="b"/>
                <a:pathLst>
                  <a:path w="7509" h="7509" extrusionOk="0">
                    <a:moveTo>
                      <a:pt x="7509" y="0"/>
                    </a:moveTo>
                    <a:lnTo>
                      <a:pt x="0" y="7509"/>
                    </a:lnTo>
                    <a:lnTo>
                      <a:pt x="7509" y="7509"/>
                    </a:lnTo>
                    <a:lnTo>
                      <a:pt x="7509" y="0"/>
                    </a:lnTo>
                    <a:close/>
                  </a:path>
                </a:pathLst>
              </a:custGeom>
              <a:solidFill>
                <a:srgbClr val="FFE4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 flipH="1">
                <a:off x="2448" y="944225"/>
                <a:ext cx="471277" cy="471340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1"/>
                    </a:move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rgbClr val="FF896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 rot="10800000">
                <a:off x="709425" y="68"/>
                <a:ext cx="471258" cy="471321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cubicBezTo>
                      <a:pt x="3362" y="1"/>
                      <a:pt x="0" y="3362"/>
                      <a:pt x="0" y="7508"/>
                    </a:cubicBez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 rot="-5400000" flipH="1">
                <a:off x="355972" y="117856"/>
                <a:ext cx="471202" cy="23571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3756" extrusionOk="0">
                    <a:moveTo>
                      <a:pt x="1" y="0"/>
                    </a:moveTo>
                    <a:lnTo>
                      <a:pt x="1" y="3755"/>
                    </a:lnTo>
                    <a:lnTo>
                      <a:pt x="7508" y="3755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 rot="-5400000">
                <a:off x="-5150" y="475622"/>
                <a:ext cx="465996" cy="465996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" name="Google Shape;105;p5"/>
            <p:cNvSpPr/>
            <p:nvPr/>
          </p:nvSpPr>
          <p:spPr>
            <a:xfrm>
              <a:off x="1206425" y="-73"/>
              <a:ext cx="194068" cy="442288"/>
            </a:xfrm>
            <a:custGeom>
              <a:avLst/>
              <a:gdLst/>
              <a:ahLst/>
              <a:cxnLst/>
              <a:rect l="l" t="t" r="r" b="b"/>
              <a:pathLst>
                <a:path w="3755" h="15017" extrusionOk="0">
                  <a:moveTo>
                    <a:pt x="1" y="0"/>
                  </a:moveTo>
                  <a:lnTo>
                    <a:pt x="1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1400436" y="-73"/>
              <a:ext cx="194016" cy="442288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1594424" y="-73"/>
              <a:ext cx="194016" cy="442288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 rot="5400000">
              <a:off x="462166" y="461750"/>
              <a:ext cx="329908" cy="329908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" name="Google Shape;109;p5"/>
          <p:cNvGrpSpPr/>
          <p:nvPr/>
        </p:nvGrpSpPr>
        <p:grpSpPr>
          <a:xfrm>
            <a:off x="7215386" y="3162300"/>
            <a:ext cx="1973548" cy="1983503"/>
            <a:chOff x="7215386" y="3162300"/>
            <a:chExt cx="1973548" cy="1983503"/>
          </a:xfrm>
        </p:grpSpPr>
        <p:sp>
          <p:nvSpPr>
            <p:cNvPr id="110" name="Google Shape;110;p5"/>
            <p:cNvSpPr/>
            <p:nvPr/>
          </p:nvSpPr>
          <p:spPr>
            <a:xfrm flipH="1">
              <a:off x="8644437" y="3162300"/>
              <a:ext cx="544496" cy="5444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 rot="5400000">
              <a:off x="8661081" y="3706773"/>
              <a:ext cx="482896" cy="48294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 rot="5400000">
              <a:off x="8661081" y="3706773"/>
              <a:ext cx="482896" cy="48294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 rot="5400000">
              <a:off x="8661081" y="4174799"/>
              <a:ext cx="482896" cy="48294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 rot="5400000">
              <a:off x="8661081" y="4174799"/>
              <a:ext cx="482896" cy="48294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 rot="-5400000" flipH="1">
              <a:off x="8658227" y="4657726"/>
              <a:ext cx="485784" cy="485784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 rot="10800000" flipH="1">
              <a:off x="7215386" y="4674463"/>
              <a:ext cx="471277" cy="4713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1"/>
                  </a:move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 rot="5400000">
              <a:off x="7686726" y="4660013"/>
              <a:ext cx="485730" cy="485841"/>
            </a:xfrm>
            <a:custGeom>
              <a:avLst/>
              <a:gdLst/>
              <a:ahLst/>
              <a:cxnLst/>
              <a:rect l="l" t="t" r="r" b="b"/>
              <a:pathLst>
                <a:path w="7508" h="7510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75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 rot="5400000">
              <a:off x="7929585" y="4417158"/>
              <a:ext cx="485730" cy="971552"/>
            </a:xfrm>
            <a:custGeom>
              <a:avLst/>
              <a:gdLst/>
              <a:ahLst/>
              <a:cxnLst/>
              <a:rect l="l" t="t" r="r" b="b"/>
              <a:pathLst>
                <a:path w="7508" h="15018" extrusionOk="0">
                  <a:moveTo>
                    <a:pt x="1" y="1"/>
                  </a:moveTo>
                  <a:lnTo>
                    <a:pt x="1" y="7510"/>
                  </a:lnTo>
                  <a:lnTo>
                    <a:pt x="7508" y="15017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 rot="5400000">
              <a:off x="8220993" y="4708629"/>
              <a:ext cx="388623" cy="388673"/>
            </a:xfrm>
            <a:custGeom>
              <a:avLst/>
              <a:gdLst/>
              <a:ahLst/>
              <a:cxnLst/>
              <a:rect l="l" t="t" r="r" b="b"/>
              <a:pathLst>
                <a:path w="6007" h="6008" extrusionOk="0">
                  <a:moveTo>
                    <a:pt x="3003" y="1"/>
                  </a:moveTo>
                  <a:cubicBezTo>
                    <a:pt x="1345" y="1"/>
                    <a:pt x="0" y="1345"/>
                    <a:pt x="0" y="3004"/>
                  </a:cubicBezTo>
                  <a:cubicBezTo>
                    <a:pt x="0" y="4662"/>
                    <a:pt x="1345" y="6008"/>
                    <a:pt x="3003" y="6008"/>
                  </a:cubicBezTo>
                  <a:cubicBezTo>
                    <a:pt x="4662" y="6008"/>
                    <a:pt x="6006" y="4662"/>
                    <a:pt x="6006" y="3004"/>
                  </a:cubicBezTo>
                  <a:cubicBezTo>
                    <a:pt x="6006" y="1345"/>
                    <a:pt x="4662" y="1"/>
                    <a:pt x="3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5"/>
          <p:cNvSpPr/>
          <p:nvPr/>
        </p:nvSpPr>
        <p:spPr>
          <a:xfrm rot="-5400000">
            <a:off x="-1491" y="4524312"/>
            <a:ext cx="619128" cy="619248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"/>
          <p:cNvSpPr/>
          <p:nvPr/>
        </p:nvSpPr>
        <p:spPr>
          <a:xfrm rot="5400000">
            <a:off x="8543928" y="-14803"/>
            <a:ext cx="604005" cy="604005"/>
          </a:xfrm>
          <a:custGeom>
            <a:avLst/>
            <a:gdLst/>
            <a:ahLst/>
            <a:cxnLst/>
            <a:rect l="l" t="t" r="r" b="b"/>
            <a:pathLst>
              <a:path w="7509" h="7509" extrusionOk="0">
                <a:moveTo>
                  <a:pt x="1" y="1"/>
                </a:moveTo>
                <a:lnTo>
                  <a:pt x="1" y="7508"/>
                </a:lnTo>
                <a:cubicBezTo>
                  <a:pt x="4147" y="7508"/>
                  <a:pt x="7508" y="4147"/>
                  <a:pt x="750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>
            <a:spLocks noGrp="1"/>
          </p:cNvSpPr>
          <p:nvPr>
            <p:ph type="title"/>
          </p:nvPr>
        </p:nvSpPr>
        <p:spPr>
          <a:xfrm>
            <a:off x="1041975" y="1154363"/>
            <a:ext cx="3351600" cy="84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7"/>
          <p:cNvSpPr txBox="1">
            <a:spLocks noGrp="1"/>
          </p:cNvSpPr>
          <p:nvPr>
            <p:ph type="subTitle" idx="1"/>
          </p:nvPr>
        </p:nvSpPr>
        <p:spPr>
          <a:xfrm>
            <a:off x="1041965" y="2000138"/>
            <a:ext cx="3351600" cy="19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47" name="Google Shape;147;p7"/>
          <p:cNvGrpSpPr/>
          <p:nvPr/>
        </p:nvGrpSpPr>
        <p:grpSpPr>
          <a:xfrm>
            <a:off x="6530447" y="-1725"/>
            <a:ext cx="2626363" cy="2210265"/>
            <a:chOff x="6832018" y="-1727"/>
            <a:chExt cx="2324833" cy="1956506"/>
          </a:xfrm>
        </p:grpSpPr>
        <p:sp>
          <p:nvSpPr>
            <p:cNvPr id="148" name="Google Shape;148;p7"/>
            <p:cNvSpPr/>
            <p:nvPr/>
          </p:nvSpPr>
          <p:spPr>
            <a:xfrm rot="10800000">
              <a:off x="6832018" y="-1727"/>
              <a:ext cx="915511" cy="457805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 rot="5400000">
              <a:off x="8202782" y="-20"/>
              <a:ext cx="455998" cy="4560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7"/>
            <p:cNvSpPr/>
            <p:nvPr/>
          </p:nvSpPr>
          <p:spPr>
            <a:xfrm rot="5400000">
              <a:off x="8202782" y="-20"/>
              <a:ext cx="455998" cy="4560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7"/>
            <p:cNvSpPr/>
            <p:nvPr/>
          </p:nvSpPr>
          <p:spPr>
            <a:xfrm rot="-5400000">
              <a:off x="7746796" y="-20"/>
              <a:ext cx="455998" cy="4560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34"/>
                  </a:lnTo>
                  <a:lnTo>
                    <a:pt x="1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7"/>
            <p:cNvSpPr/>
            <p:nvPr/>
          </p:nvSpPr>
          <p:spPr>
            <a:xfrm rot="10800000">
              <a:off x="8672644" y="1470591"/>
              <a:ext cx="484207" cy="484188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 flipH="1">
              <a:off x="8665275" y="449176"/>
              <a:ext cx="478335" cy="47838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 rot="10800000">
              <a:off x="8207723" y="455381"/>
              <a:ext cx="456059" cy="456022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7189364" y="51053"/>
              <a:ext cx="353901" cy="353886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4" y="1"/>
                  </a:moveTo>
                  <a:cubicBezTo>
                    <a:pt x="1345" y="1"/>
                    <a:pt x="1" y="1346"/>
                    <a:pt x="1" y="3005"/>
                  </a:cubicBezTo>
                  <a:cubicBezTo>
                    <a:pt x="1" y="4663"/>
                    <a:pt x="1345" y="6007"/>
                    <a:pt x="3004" y="6007"/>
                  </a:cubicBezTo>
                  <a:cubicBezTo>
                    <a:pt x="4662" y="6007"/>
                    <a:pt x="6007" y="4663"/>
                    <a:pt x="6007" y="3005"/>
                  </a:cubicBezTo>
                  <a:cubicBezTo>
                    <a:pt x="6007" y="1346"/>
                    <a:pt x="4662" y="1"/>
                    <a:pt x="30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7"/>
            <p:cNvSpPr/>
            <p:nvPr/>
          </p:nvSpPr>
          <p:spPr>
            <a:xfrm rot="5400000">
              <a:off x="8758912" y="1079081"/>
              <a:ext cx="543767" cy="239267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7"/>
            <p:cNvSpPr/>
            <p:nvPr/>
          </p:nvSpPr>
          <p:spPr>
            <a:xfrm rot="5400000">
              <a:off x="8519771" y="1079145"/>
              <a:ext cx="543767" cy="239139"/>
            </a:xfrm>
            <a:custGeom>
              <a:avLst/>
              <a:gdLst/>
              <a:ahLst/>
              <a:cxnLst/>
              <a:rect l="l" t="t" r="r" b="b"/>
              <a:pathLst>
                <a:path w="7508" h="3754" extrusionOk="0">
                  <a:moveTo>
                    <a:pt x="1" y="0"/>
                  </a:moveTo>
                  <a:lnTo>
                    <a:pt x="1" y="3754"/>
                  </a:lnTo>
                  <a:lnTo>
                    <a:pt x="7508" y="3754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 flipH="1">
              <a:off x="8667309" y="-75"/>
              <a:ext cx="484191" cy="456157"/>
            </a:xfrm>
            <a:custGeom>
              <a:avLst/>
              <a:gdLst/>
              <a:ahLst/>
              <a:cxnLst/>
              <a:rect l="l" t="t" r="r" b="b"/>
              <a:pathLst>
                <a:path w="7508" h="7510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750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7"/>
          <p:cNvSpPr/>
          <p:nvPr/>
        </p:nvSpPr>
        <p:spPr>
          <a:xfrm>
            <a:off x="8286749" y="4273298"/>
            <a:ext cx="870102" cy="870199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"/>
          <p:cNvSpPr/>
          <p:nvPr/>
        </p:nvSpPr>
        <p:spPr>
          <a:xfrm rot="5400000">
            <a:off x="-7" y="-10"/>
            <a:ext cx="828747" cy="828618"/>
          </a:xfrm>
          <a:custGeom>
            <a:avLst/>
            <a:gdLst/>
            <a:ahLst/>
            <a:cxnLst/>
            <a:rect l="l" t="t" r="r" b="b"/>
            <a:pathLst>
              <a:path w="7510" h="7509" extrusionOk="0">
                <a:moveTo>
                  <a:pt x="1" y="1"/>
                </a:moveTo>
                <a:lnTo>
                  <a:pt x="1" y="7508"/>
                </a:lnTo>
                <a:lnTo>
                  <a:pt x="7509" y="7508"/>
                </a:lnTo>
                <a:cubicBezTo>
                  <a:pt x="3362" y="7508"/>
                  <a:pt x="1" y="4147"/>
                  <a:pt x="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" name="Google Shape;161;p7"/>
          <p:cNvGrpSpPr/>
          <p:nvPr/>
        </p:nvGrpSpPr>
        <p:grpSpPr>
          <a:xfrm>
            <a:off x="9" y="2933504"/>
            <a:ext cx="2514705" cy="2210275"/>
            <a:chOff x="195199" y="2755373"/>
            <a:chExt cx="2431311" cy="2136977"/>
          </a:xfrm>
        </p:grpSpPr>
        <p:sp>
          <p:nvSpPr>
            <p:cNvPr id="162" name="Google Shape;162;p7"/>
            <p:cNvSpPr/>
            <p:nvPr/>
          </p:nvSpPr>
          <p:spPr>
            <a:xfrm rot="-5400000">
              <a:off x="608578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7"/>
            <p:cNvSpPr/>
            <p:nvPr/>
          </p:nvSpPr>
          <p:spPr>
            <a:xfrm rot="-5400000" flipH="1">
              <a:off x="195727" y="3275212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-5400000" flipH="1">
              <a:off x="195241" y="3275212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7"/>
            <p:cNvSpPr/>
            <p:nvPr/>
          </p:nvSpPr>
          <p:spPr>
            <a:xfrm rot="5400000" flipH="1">
              <a:off x="195249" y="4348008"/>
              <a:ext cx="528094" cy="528183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 rot="-5400000" flipH="1">
              <a:off x="1817376" y="4083214"/>
              <a:ext cx="539375" cy="1078893"/>
            </a:xfrm>
            <a:custGeom>
              <a:avLst/>
              <a:gdLst/>
              <a:ahLst/>
              <a:cxnLst/>
              <a:rect l="l" t="t" r="r" b="b"/>
              <a:pathLst>
                <a:path w="7508" h="15018" extrusionOk="0">
                  <a:moveTo>
                    <a:pt x="1" y="1"/>
                  </a:moveTo>
                  <a:lnTo>
                    <a:pt x="1" y="7510"/>
                  </a:lnTo>
                  <a:lnTo>
                    <a:pt x="7508" y="15017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 rot="-5400000" flipH="1">
              <a:off x="195205" y="3814622"/>
              <a:ext cx="533417" cy="533417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7"/>
            <p:cNvSpPr/>
            <p:nvPr/>
          </p:nvSpPr>
          <p:spPr>
            <a:xfrm rot="10800000">
              <a:off x="730925" y="3807696"/>
              <a:ext cx="545357" cy="545304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 flipH="1">
              <a:off x="195199" y="2755373"/>
              <a:ext cx="539450" cy="53952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7"/>
            <p:cNvSpPr/>
            <p:nvPr/>
          </p:nvSpPr>
          <p:spPr>
            <a:xfrm rot="-5400000">
              <a:off x="878403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7"/>
            <p:cNvSpPr/>
            <p:nvPr/>
          </p:nvSpPr>
          <p:spPr>
            <a:xfrm rot="-5400000">
              <a:off x="1148228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648200" y="4436200"/>
              <a:ext cx="372900" cy="37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1145400" y="1163100"/>
            <a:ext cx="6853200" cy="28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75" name="Google Shape;175;p8"/>
          <p:cNvGrpSpPr/>
          <p:nvPr/>
        </p:nvGrpSpPr>
        <p:grpSpPr>
          <a:xfrm>
            <a:off x="-39791" y="-9525"/>
            <a:ext cx="1798435" cy="1792659"/>
            <a:chOff x="-17321" y="-9526"/>
            <a:chExt cx="1431647" cy="1427049"/>
          </a:xfrm>
        </p:grpSpPr>
        <p:sp>
          <p:nvSpPr>
            <p:cNvPr id="176" name="Google Shape;176;p8"/>
            <p:cNvSpPr/>
            <p:nvPr/>
          </p:nvSpPr>
          <p:spPr>
            <a:xfrm rot="5400000">
              <a:off x="-6897" y="450523"/>
              <a:ext cx="476400" cy="485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 rot="5400000">
              <a:off x="50330" y="502215"/>
              <a:ext cx="376792" cy="376792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 rot="5400000">
              <a:off x="-17321" y="926059"/>
              <a:ext cx="491464" cy="49146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237110" y="-9525"/>
              <a:ext cx="237037" cy="465865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1"/>
                  </a:moveTo>
                  <a:lnTo>
                    <a:pt x="0" y="15017"/>
                  </a:lnTo>
                  <a:lnTo>
                    <a:pt x="3754" y="15017"/>
                  </a:lnTo>
                  <a:lnTo>
                    <a:pt x="375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0" y="-9525"/>
              <a:ext cx="237163" cy="465865"/>
            </a:xfrm>
            <a:custGeom>
              <a:avLst/>
              <a:gdLst/>
              <a:ahLst/>
              <a:cxnLst/>
              <a:rect l="l" t="t" r="r" b="b"/>
              <a:pathLst>
                <a:path w="3756" h="15017" extrusionOk="0">
                  <a:moveTo>
                    <a:pt x="0" y="1"/>
                  </a:moveTo>
                  <a:lnTo>
                    <a:pt x="0" y="15017"/>
                  </a:lnTo>
                  <a:lnTo>
                    <a:pt x="3755" y="15017"/>
                  </a:lnTo>
                  <a:lnTo>
                    <a:pt x="37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 rot="5400000">
              <a:off x="948440" y="-5357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33"/>
                  </a:lnTo>
                  <a:lnTo>
                    <a:pt x="0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 rot="5400000">
              <a:off x="948440" y="-5357"/>
              <a:ext cx="465877" cy="465896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 rot="5400000">
              <a:off x="474162" y="-9558"/>
              <a:ext cx="474224" cy="47428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 rot="-5400000">
              <a:off x="471695" y="464700"/>
              <a:ext cx="358179" cy="35817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" name="Google Shape;185;p8"/>
          <p:cNvGrpSpPr/>
          <p:nvPr/>
        </p:nvGrpSpPr>
        <p:grpSpPr>
          <a:xfrm>
            <a:off x="7486849" y="3143059"/>
            <a:ext cx="1658030" cy="2000758"/>
            <a:chOff x="7938839" y="3688711"/>
            <a:chExt cx="1205577" cy="1454780"/>
          </a:xfrm>
        </p:grpSpPr>
        <p:sp>
          <p:nvSpPr>
            <p:cNvPr id="186" name="Google Shape;186;p8"/>
            <p:cNvSpPr/>
            <p:nvPr/>
          </p:nvSpPr>
          <p:spPr>
            <a:xfrm rot="10800000">
              <a:off x="7938839" y="4785311"/>
              <a:ext cx="716311" cy="358179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87;p8"/>
            <p:cNvGrpSpPr/>
            <p:nvPr/>
          </p:nvGrpSpPr>
          <p:grpSpPr>
            <a:xfrm rot="10800000" flipH="1">
              <a:off x="8655138" y="3688711"/>
              <a:ext cx="489278" cy="1451855"/>
              <a:chOff x="8620978" y="531276"/>
              <a:chExt cx="539447" cy="1600899"/>
            </a:xfrm>
          </p:grpSpPr>
          <p:sp>
            <p:nvSpPr>
              <p:cNvPr id="188" name="Google Shape;188;p8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0"/>
                    </a:moveTo>
                    <a:lnTo>
                      <a:pt x="1" y="7509"/>
                    </a:lnTo>
                    <a:lnTo>
                      <a:pt x="7508" y="7476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8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0"/>
                    </a:moveTo>
                    <a:lnTo>
                      <a:pt x="1" y="7509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8"/>
              <p:cNvSpPr/>
              <p:nvPr/>
            </p:nvSpPr>
            <p:spPr>
              <a:xfrm rot="-5400000">
                <a:off x="8632286" y="1604037"/>
                <a:ext cx="528094" cy="528183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lnTo>
                      <a:pt x="1" y="7508"/>
                    </a:ln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8"/>
              <p:cNvSpPr/>
              <p:nvPr/>
            </p:nvSpPr>
            <p:spPr>
              <a:xfrm rot="5400000">
                <a:off x="8627008" y="1070650"/>
                <a:ext cx="533417" cy="533417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2" name="Google Shape;192;p8"/>
          <p:cNvGrpSpPr/>
          <p:nvPr/>
        </p:nvGrpSpPr>
        <p:grpSpPr>
          <a:xfrm>
            <a:off x="7734024" y="-4125"/>
            <a:ext cx="1417326" cy="1418210"/>
            <a:chOff x="8186364" y="-4125"/>
            <a:chExt cx="965218" cy="965820"/>
          </a:xfrm>
        </p:grpSpPr>
        <p:sp>
          <p:nvSpPr>
            <p:cNvPr id="193" name="Google Shape;193;p8"/>
            <p:cNvSpPr/>
            <p:nvPr/>
          </p:nvSpPr>
          <p:spPr>
            <a:xfrm rot="5400000">
              <a:off x="8672712" y="482842"/>
              <a:ext cx="478894" cy="478811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 rot="5400000">
              <a:off x="8662263" y="472361"/>
              <a:ext cx="489352" cy="489286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9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8665181" y="-4125"/>
              <a:ext cx="478823" cy="478868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8186364" y="-4125"/>
              <a:ext cx="478811" cy="478793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8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>
            <a:spLocks noGrp="1"/>
          </p:cNvSpPr>
          <p:nvPr>
            <p:ph type="title"/>
          </p:nvPr>
        </p:nvSpPr>
        <p:spPr>
          <a:xfrm>
            <a:off x="5534131" y="1421738"/>
            <a:ext cx="2572200" cy="119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9"/>
          <p:cNvSpPr txBox="1">
            <a:spLocks noGrp="1"/>
          </p:cNvSpPr>
          <p:nvPr>
            <p:ph type="subTitle" idx="1"/>
          </p:nvPr>
        </p:nvSpPr>
        <p:spPr>
          <a:xfrm>
            <a:off x="5534125" y="2617763"/>
            <a:ext cx="2572200" cy="110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0" name="Google Shape;200;p9"/>
          <p:cNvGrpSpPr/>
          <p:nvPr/>
        </p:nvGrpSpPr>
        <p:grpSpPr>
          <a:xfrm>
            <a:off x="-16383" y="-76"/>
            <a:ext cx="1519646" cy="1814140"/>
            <a:chOff x="-5151" y="-73"/>
            <a:chExt cx="1185834" cy="1415638"/>
          </a:xfrm>
        </p:grpSpPr>
        <p:sp>
          <p:nvSpPr>
            <p:cNvPr id="201" name="Google Shape;201;p9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33"/>
                  </a:lnTo>
                  <a:lnTo>
                    <a:pt x="0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 flipH="1">
              <a:off x="2448" y="944225"/>
              <a:ext cx="471277" cy="4713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1"/>
                  </a:move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 rot="10800000">
              <a:off x="709425" y="68"/>
              <a:ext cx="471258" cy="47132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 rot="-5400000" flipH="1">
              <a:off x="355972" y="117856"/>
              <a:ext cx="471202" cy="235717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-5150" y="475622"/>
              <a:ext cx="465996" cy="465996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" name="Google Shape;207;p9"/>
          <p:cNvGrpSpPr/>
          <p:nvPr/>
        </p:nvGrpSpPr>
        <p:grpSpPr>
          <a:xfrm>
            <a:off x="8330526" y="-10451"/>
            <a:ext cx="844190" cy="839132"/>
            <a:chOff x="8339649" y="-10438"/>
            <a:chExt cx="830079" cy="825105"/>
          </a:xfrm>
        </p:grpSpPr>
        <p:sp>
          <p:nvSpPr>
            <p:cNvPr id="208" name="Google Shape;208;p9"/>
            <p:cNvSpPr/>
            <p:nvPr/>
          </p:nvSpPr>
          <p:spPr>
            <a:xfrm rot="-5400000">
              <a:off x="8339712" y="-54"/>
              <a:ext cx="804219" cy="80434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 rot="-5400000" flipH="1">
              <a:off x="8344716" y="-10346"/>
              <a:ext cx="825105" cy="824920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" name="Google Shape;210;p9"/>
          <p:cNvGrpSpPr/>
          <p:nvPr/>
        </p:nvGrpSpPr>
        <p:grpSpPr>
          <a:xfrm>
            <a:off x="7324818" y="3286457"/>
            <a:ext cx="1819689" cy="1857140"/>
            <a:chOff x="7967725" y="3943023"/>
            <a:chExt cx="1176269" cy="1200556"/>
          </a:xfrm>
        </p:grpSpPr>
        <p:sp>
          <p:nvSpPr>
            <p:cNvPr id="211" name="Google Shape;211;p9"/>
            <p:cNvSpPr/>
            <p:nvPr/>
          </p:nvSpPr>
          <p:spPr>
            <a:xfrm>
              <a:off x="8355753" y="4743304"/>
              <a:ext cx="392700" cy="40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7967725" y="4743376"/>
              <a:ext cx="194068" cy="400203"/>
            </a:xfrm>
            <a:custGeom>
              <a:avLst/>
              <a:gdLst/>
              <a:ahLst/>
              <a:cxnLst/>
              <a:rect l="l" t="t" r="r" b="b"/>
              <a:pathLst>
                <a:path w="3755" h="15017" extrusionOk="0">
                  <a:moveTo>
                    <a:pt x="1" y="0"/>
                  </a:moveTo>
                  <a:lnTo>
                    <a:pt x="1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8161736" y="4743376"/>
              <a:ext cx="194016" cy="400203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8394520" y="4782062"/>
              <a:ext cx="310508" cy="310508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8743800" y="4743300"/>
              <a:ext cx="400192" cy="400192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34"/>
                  </a:lnTo>
                  <a:lnTo>
                    <a:pt x="1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8743799" y="3943023"/>
              <a:ext cx="400195" cy="400248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8" y="75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 flipH="1">
              <a:off x="8355734" y="4354258"/>
              <a:ext cx="388084" cy="38808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0" name="Google Shape;220;p9"/>
          <p:cNvSpPr/>
          <p:nvPr/>
        </p:nvSpPr>
        <p:spPr>
          <a:xfrm rot="-5400000">
            <a:off x="105" y="4029170"/>
            <a:ext cx="1114225" cy="1114429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0"/>
                </a:moveTo>
                <a:lnTo>
                  <a:pt x="1" y="7509"/>
                </a:lnTo>
                <a:lnTo>
                  <a:pt x="750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 txBox="1">
            <a:spLocks noGrp="1"/>
          </p:cNvSpPr>
          <p:nvPr>
            <p:ph type="title"/>
          </p:nvPr>
        </p:nvSpPr>
        <p:spPr>
          <a:xfrm>
            <a:off x="713225" y="3198575"/>
            <a:ext cx="4156800" cy="1410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3" name="Google Shape;223;p10"/>
          <p:cNvGrpSpPr/>
          <p:nvPr/>
        </p:nvGrpSpPr>
        <p:grpSpPr>
          <a:xfrm>
            <a:off x="-5150" y="-76"/>
            <a:ext cx="1619730" cy="1933620"/>
            <a:chOff x="-5151" y="-73"/>
            <a:chExt cx="1185834" cy="1415638"/>
          </a:xfrm>
        </p:grpSpPr>
        <p:sp>
          <p:nvSpPr>
            <p:cNvPr id="224" name="Google Shape;224;p10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33"/>
                  </a:lnTo>
                  <a:lnTo>
                    <a:pt x="0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 rot="-5400000">
              <a:off x="-5132" y="-92"/>
              <a:ext cx="476371" cy="476409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0"/>
                  </a:moveTo>
                  <a:lnTo>
                    <a:pt x="0" y="7509"/>
                  </a:lnTo>
                  <a:lnTo>
                    <a:pt x="7509" y="7509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 flipH="1">
              <a:off x="2448" y="944225"/>
              <a:ext cx="471277" cy="471340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1"/>
                  </a:move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 rot="10800000">
              <a:off x="709425" y="68"/>
              <a:ext cx="471258" cy="471321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 rot="-5400000" flipH="1">
              <a:off x="355972" y="117856"/>
              <a:ext cx="471202" cy="235717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 rot="-5400000">
              <a:off x="-5150" y="475622"/>
              <a:ext cx="465996" cy="465996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" name="Google Shape;230;p10"/>
          <p:cNvGrpSpPr/>
          <p:nvPr/>
        </p:nvGrpSpPr>
        <p:grpSpPr>
          <a:xfrm>
            <a:off x="7575759" y="3543121"/>
            <a:ext cx="1567849" cy="1600221"/>
            <a:chOff x="7967725" y="3943023"/>
            <a:chExt cx="1176269" cy="1200556"/>
          </a:xfrm>
        </p:grpSpPr>
        <p:sp>
          <p:nvSpPr>
            <p:cNvPr id="231" name="Google Shape;231;p10"/>
            <p:cNvSpPr/>
            <p:nvPr/>
          </p:nvSpPr>
          <p:spPr>
            <a:xfrm>
              <a:off x="8355753" y="4743304"/>
              <a:ext cx="392700" cy="400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967725" y="4743376"/>
              <a:ext cx="194068" cy="400203"/>
            </a:xfrm>
            <a:custGeom>
              <a:avLst/>
              <a:gdLst/>
              <a:ahLst/>
              <a:cxnLst/>
              <a:rect l="l" t="t" r="r" b="b"/>
              <a:pathLst>
                <a:path w="3755" h="15017" extrusionOk="0">
                  <a:moveTo>
                    <a:pt x="1" y="0"/>
                  </a:moveTo>
                  <a:lnTo>
                    <a:pt x="1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0"/>
            <p:cNvSpPr/>
            <p:nvPr/>
          </p:nvSpPr>
          <p:spPr>
            <a:xfrm>
              <a:off x="8161736" y="4743376"/>
              <a:ext cx="194016" cy="400203"/>
            </a:xfrm>
            <a:custGeom>
              <a:avLst/>
              <a:gdLst/>
              <a:ahLst/>
              <a:cxnLst/>
              <a:rect l="l" t="t" r="r" b="b"/>
              <a:pathLst>
                <a:path w="3754" h="15017" extrusionOk="0">
                  <a:moveTo>
                    <a:pt x="0" y="0"/>
                  </a:moveTo>
                  <a:lnTo>
                    <a:pt x="0" y="15016"/>
                  </a:lnTo>
                  <a:lnTo>
                    <a:pt x="3754" y="15016"/>
                  </a:lnTo>
                  <a:lnTo>
                    <a:pt x="37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8394520" y="4782062"/>
              <a:ext cx="310508" cy="310508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8743800" y="4743300"/>
              <a:ext cx="400192" cy="400192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cubicBezTo>
                    <a:pt x="4147" y="7508"/>
                    <a:pt x="7508" y="4147"/>
                    <a:pt x="75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34"/>
                  </a:lnTo>
                  <a:lnTo>
                    <a:pt x="1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 rot="5400000">
              <a:off x="8743856" y="4343254"/>
              <a:ext cx="400101" cy="400136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8743799" y="3943023"/>
              <a:ext cx="400195" cy="400248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8" y="75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 flipH="1">
              <a:off x="8355734" y="4354258"/>
              <a:ext cx="388084" cy="388084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3362" y="7508"/>
                    <a:pt x="1" y="4147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070700"/>
            <a:ext cx="5478000" cy="141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11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42" name="Google Shape;242;p11"/>
          <p:cNvSpPr txBox="1">
            <a:spLocks noGrp="1"/>
          </p:cNvSpPr>
          <p:nvPr>
            <p:ph type="subTitle" idx="1"/>
          </p:nvPr>
        </p:nvSpPr>
        <p:spPr>
          <a:xfrm>
            <a:off x="713225" y="2577175"/>
            <a:ext cx="5478000" cy="4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highlight>
                  <a:schemeClr val="accent2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43" name="Google Shape;243;p11"/>
          <p:cNvGrpSpPr/>
          <p:nvPr/>
        </p:nvGrpSpPr>
        <p:grpSpPr>
          <a:xfrm>
            <a:off x="6399171" y="0"/>
            <a:ext cx="2744624" cy="2428824"/>
            <a:chOff x="6840115" y="0"/>
            <a:chExt cx="2303889" cy="2038801"/>
          </a:xfrm>
        </p:grpSpPr>
        <p:sp>
          <p:nvSpPr>
            <p:cNvPr id="244" name="Google Shape;244;p11"/>
            <p:cNvSpPr/>
            <p:nvPr/>
          </p:nvSpPr>
          <p:spPr>
            <a:xfrm>
              <a:off x="8665198" y="1320461"/>
              <a:ext cx="478793" cy="239501"/>
            </a:xfrm>
            <a:custGeom>
              <a:avLst/>
              <a:gdLst/>
              <a:ahLst/>
              <a:cxnLst/>
              <a:rect l="l" t="t" r="r" b="b"/>
              <a:pathLst>
                <a:path w="7509" h="3756" extrusionOk="0">
                  <a:moveTo>
                    <a:pt x="0" y="1"/>
                  </a:moveTo>
                  <a:lnTo>
                    <a:pt x="0" y="3756"/>
                  </a:lnTo>
                  <a:lnTo>
                    <a:pt x="7509" y="3756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8665198" y="1081156"/>
              <a:ext cx="478793" cy="239374"/>
            </a:xfrm>
            <a:custGeom>
              <a:avLst/>
              <a:gdLst/>
              <a:ahLst/>
              <a:cxnLst/>
              <a:rect l="l" t="t" r="r" b="b"/>
              <a:pathLst>
                <a:path w="7509" h="3754" extrusionOk="0">
                  <a:moveTo>
                    <a:pt x="0" y="0"/>
                  </a:moveTo>
                  <a:lnTo>
                    <a:pt x="0" y="3754"/>
                  </a:lnTo>
                  <a:lnTo>
                    <a:pt x="7509" y="3754"/>
                  </a:lnTo>
                  <a:lnTo>
                    <a:pt x="7509" y="0"/>
                  </a:lnTo>
                  <a:close/>
                </a:path>
              </a:pathLst>
            </a:custGeom>
            <a:solidFill>
              <a:srgbClr val="FF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8665198" y="449143"/>
              <a:ext cx="478793" cy="478875"/>
            </a:xfrm>
            <a:custGeom>
              <a:avLst/>
              <a:gdLst/>
              <a:ahLst/>
              <a:cxnLst/>
              <a:rect l="l" t="t" r="r" b="b"/>
              <a:pathLst>
                <a:path w="7509" h="7510" extrusionOk="0">
                  <a:moveTo>
                    <a:pt x="0" y="1"/>
                  </a:moveTo>
                  <a:lnTo>
                    <a:pt x="7509" y="7510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rgbClr val="FFC4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8665209" y="449143"/>
              <a:ext cx="478793" cy="632033"/>
            </a:xfrm>
            <a:custGeom>
              <a:avLst/>
              <a:gdLst/>
              <a:ahLst/>
              <a:cxnLst/>
              <a:rect l="l" t="t" r="r" b="b"/>
              <a:pathLst>
                <a:path w="7509" h="15018" extrusionOk="0">
                  <a:moveTo>
                    <a:pt x="0" y="1"/>
                  </a:moveTo>
                  <a:lnTo>
                    <a:pt x="0" y="15017"/>
                  </a:lnTo>
                  <a:lnTo>
                    <a:pt x="7509" y="15017"/>
                  </a:lnTo>
                  <a:lnTo>
                    <a:pt x="7509" y="751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E4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8665210" y="1559971"/>
              <a:ext cx="478793" cy="478830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8" y="7508"/>
                    <a:pt x="7509" y="4147"/>
                    <a:pt x="7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8131876" y="449150"/>
              <a:ext cx="533327" cy="533327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cubicBezTo>
                    <a:pt x="4147" y="1"/>
                    <a:pt x="7509" y="3362"/>
                    <a:pt x="7509" y="7508"/>
                  </a:cubicBezTo>
                  <a:lnTo>
                    <a:pt x="750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284101" y="0"/>
              <a:ext cx="465014" cy="464995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34"/>
                  </a:lnTo>
                  <a:lnTo>
                    <a:pt x="0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7284101" y="0"/>
              <a:ext cx="465014" cy="464995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7509" y="1"/>
                  </a:moveTo>
                  <a:lnTo>
                    <a:pt x="0" y="7508"/>
                  </a:lnTo>
                  <a:lnTo>
                    <a:pt x="7509" y="7508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7749133" y="0"/>
              <a:ext cx="464952" cy="46499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0" y="1"/>
                  </a:moveTo>
                  <a:lnTo>
                    <a:pt x="0" y="7508"/>
                  </a:lnTo>
                  <a:lnTo>
                    <a:pt x="7508" y="750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7749133" y="0"/>
              <a:ext cx="929965" cy="464995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7508" y="1"/>
                  </a:moveTo>
                  <a:lnTo>
                    <a:pt x="0" y="7508"/>
                  </a:lnTo>
                  <a:lnTo>
                    <a:pt x="15016" y="7508"/>
                  </a:lnTo>
                  <a:lnTo>
                    <a:pt x="150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8260539" y="46445"/>
              <a:ext cx="372060" cy="372045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4" y="1"/>
                  </a:moveTo>
                  <a:cubicBezTo>
                    <a:pt x="1345" y="1"/>
                    <a:pt x="1" y="1346"/>
                    <a:pt x="1" y="3005"/>
                  </a:cubicBezTo>
                  <a:cubicBezTo>
                    <a:pt x="1" y="4663"/>
                    <a:pt x="1345" y="6007"/>
                    <a:pt x="3004" y="6007"/>
                  </a:cubicBezTo>
                  <a:cubicBezTo>
                    <a:pt x="4662" y="6007"/>
                    <a:pt x="6007" y="4663"/>
                    <a:pt x="6007" y="3005"/>
                  </a:cubicBezTo>
                  <a:cubicBezTo>
                    <a:pt x="6007" y="1346"/>
                    <a:pt x="4662" y="1"/>
                    <a:pt x="30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8679053" y="0"/>
              <a:ext cx="464952" cy="464995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 flipH="1">
              <a:off x="6840115" y="1552"/>
              <a:ext cx="450934" cy="450953"/>
            </a:xfrm>
            <a:custGeom>
              <a:avLst/>
              <a:gdLst/>
              <a:ahLst/>
              <a:cxnLst/>
              <a:rect l="l" t="t" r="r" b="b"/>
              <a:pathLst>
                <a:path w="7509" h="7509" extrusionOk="0">
                  <a:moveTo>
                    <a:pt x="0" y="1"/>
                  </a:moveTo>
                  <a:lnTo>
                    <a:pt x="0" y="7508"/>
                  </a:lnTo>
                  <a:cubicBezTo>
                    <a:pt x="4148" y="7508"/>
                    <a:pt x="7509" y="4147"/>
                    <a:pt x="75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7" name="Google Shape;257;p11"/>
          <p:cNvGrpSpPr/>
          <p:nvPr/>
        </p:nvGrpSpPr>
        <p:grpSpPr>
          <a:xfrm flipH="1">
            <a:off x="-1230" y="3024872"/>
            <a:ext cx="1756405" cy="2119468"/>
            <a:chOff x="7938839" y="3688711"/>
            <a:chExt cx="1205577" cy="1454780"/>
          </a:xfrm>
        </p:grpSpPr>
        <p:sp>
          <p:nvSpPr>
            <p:cNvPr id="258" name="Google Shape;258;p11"/>
            <p:cNvSpPr/>
            <p:nvPr/>
          </p:nvSpPr>
          <p:spPr>
            <a:xfrm rot="10800000">
              <a:off x="7938839" y="4785311"/>
              <a:ext cx="716311" cy="358179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08" y="7508"/>
                  </a:lnTo>
                  <a:cubicBezTo>
                    <a:pt x="7510" y="7508"/>
                    <a:pt x="7511" y="7508"/>
                    <a:pt x="7512" y="7508"/>
                  </a:cubicBezTo>
                  <a:cubicBezTo>
                    <a:pt x="9503" y="7508"/>
                    <a:pt x="11410" y="6717"/>
                    <a:pt x="12818" y="5310"/>
                  </a:cubicBezTo>
                  <a:cubicBezTo>
                    <a:pt x="14226" y="3902"/>
                    <a:pt x="15017" y="1992"/>
                    <a:pt x="15017" y="1"/>
                  </a:cubicBezTo>
                  <a:close/>
                </a:path>
              </a:pathLst>
            </a:custGeom>
            <a:solidFill>
              <a:srgbClr val="5EA7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9" name="Google Shape;259;p11"/>
            <p:cNvGrpSpPr/>
            <p:nvPr/>
          </p:nvGrpSpPr>
          <p:grpSpPr>
            <a:xfrm rot="10800000" flipH="1">
              <a:off x="8655138" y="3688711"/>
              <a:ext cx="489278" cy="1451855"/>
              <a:chOff x="8620978" y="531276"/>
              <a:chExt cx="539447" cy="1600899"/>
            </a:xfrm>
          </p:grpSpPr>
          <p:sp>
            <p:nvSpPr>
              <p:cNvPr id="260" name="Google Shape;260;p11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0"/>
                    </a:moveTo>
                    <a:lnTo>
                      <a:pt x="1" y="7509"/>
                    </a:lnTo>
                    <a:lnTo>
                      <a:pt x="7508" y="7476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rot="5400000">
                <a:off x="8621014" y="531240"/>
                <a:ext cx="539375" cy="539447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1" y="0"/>
                    </a:moveTo>
                    <a:lnTo>
                      <a:pt x="1" y="7509"/>
                    </a:lnTo>
                    <a:lnTo>
                      <a:pt x="75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rot="-5400000">
                <a:off x="8632286" y="1604037"/>
                <a:ext cx="528094" cy="528183"/>
              </a:xfrm>
              <a:custGeom>
                <a:avLst/>
                <a:gdLst/>
                <a:ahLst/>
                <a:cxnLst/>
                <a:rect l="l" t="t" r="r" b="b"/>
                <a:pathLst>
                  <a:path w="7508" h="7509" extrusionOk="0">
                    <a:moveTo>
                      <a:pt x="7508" y="1"/>
                    </a:moveTo>
                    <a:lnTo>
                      <a:pt x="1" y="7508"/>
                    </a:lnTo>
                    <a:lnTo>
                      <a:pt x="7508" y="7508"/>
                    </a:lnTo>
                    <a:lnTo>
                      <a:pt x="7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1"/>
              <p:cNvSpPr/>
              <p:nvPr/>
            </p:nvSpPr>
            <p:spPr>
              <a:xfrm rot="5400000">
                <a:off x="8627008" y="1070650"/>
                <a:ext cx="533417" cy="533417"/>
              </a:xfrm>
              <a:custGeom>
                <a:avLst/>
                <a:gdLst/>
                <a:ahLst/>
                <a:cxnLst/>
                <a:rect l="l" t="t" r="r" b="b"/>
                <a:pathLst>
                  <a:path w="7510" h="7510" extrusionOk="0">
                    <a:moveTo>
                      <a:pt x="7509" y="1"/>
                    </a:moveTo>
                    <a:cubicBezTo>
                      <a:pt x="3362" y="1"/>
                      <a:pt x="1" y="3362"/>
                      <a:pt x="1" y="7509"/>
                    </a:cubicBezTo>
                    <a:lnTo>
                      <a:pt x="7509" y="7509"/>
                    </a:lnTo>
                    <a:lnTo>
                      <a:pt x="750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4" name="Google Shape;264;p11"/>
          <p:cNvSpPr/>
          <p:nvPr/>
        </p:nvSpPr>
        <p:spPr>
          <a:xfrm rot="10800000">
            <a:off x="7867667" y="4504354"/>
            <a:ext cx="1276332" cy="638246"/>
          </a:xfrm>
          <a:custGeom>
            <a:avLst/>
            <a:gdLst/>
            <a:ahLst/>
            <a:cxnLst/>
            <a:rect l="l" t="t" r="r" b="b"/>
            <a:pathLst>
              <a:path w="15017" h="7509" extrusionOk="0">
                <a:moveTo>
                  <a:pt x="1" y="1"/>
                </a:moveTo>
                <a:lnTo>
                  <a:pt x="1" y="7508"/>
                </a:lnTo>
                <a:lnTo>
                  <a:pt x="7508" y="7508"/>
                </a:lnTo>
                <a:cubicBezTo>
                  <a:pt x="7510" y="7508"/>
                  <a:pt x="7511" y="7508"/>
                  <a:pt x="7512" y="7508"/>
                </a:cubicBezTo>
                <a:cubicBezTo>
                  <a:pt x="9503" y="7508"/>
                  <a:pt x="11410" y="6717"/>
                  <a:pt x="12818" y="5310"/>
                </a:cubicBezTo>
                <a:cubicBezTo>
                  <a:pt x="14226" y="3902"/>
                  <a:pt x="15017" y="1992"/>
                  <a:pt x="1501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"/>
          <p:cNvSpPr/>
          <p:nvPr/>
        </p:nvSpPr>
        <p:spPr>
          <a:xfrm rot="5400000" flipH="1">
            <a:off x="56" y="-71"/>
            <a:ext cx="800109" cy="800234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7508" y="1"/>
                </a:moveTo>
                <a:cubicBezTo>
                  <a:pt x="3362" y="1"/>
                  <a:pt x="0" y="3362"/>
                  <a:pt x="0" y="7508"/>
                </a:cubicBez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9" name="Google Shape;459;p21"/>
          <p:cNvGrpSpPr/>
          <p:nvPr/>
        </p:nvGrpSpPr>
        <p:grpSpPr>
          <a:xfrm>
            <a:off x="-7" y="2381895"/>
            <a:ext cx="3152682" cy="2771018"/>
            <a:chOff x="195199" y="2755373"/>
            <a:chExt cx="2431311" cy="2136977"/>
          </a:xfrm>
        </p:grpSpPr>
        <p:sp>
          <p:nvSpPr>
            <p:cNvPr id="460" name="Google Shape;460;p21"/>
            <p:cNvSpPr/>
            <p:nvPr/>
          </p:nvSpPr>
          <p:spPr>
            <a:xfrm rot="-5400000">
              <a:off x="608578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1"/>
            <p:cNvSpPr/>
            <p:nvPr/>
          </p:nvSpPr>
          <p:spPr>
            <a:xfrm rot="-5400000" flipH="1">
              <a:off x="195727" y="3275212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1"/>
            <p:cNvSpPr/>
            <p:nvPr/>
          </p:nvSpPr>
          <p:spPr>
            <a:xfrm rot="-5400000" flipH="1">
              <a:off x="195241" y="3275212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1"/>
            <p:cNvSpPr/>
            <p:nvPr/>
          </p:nvSpPr>
          <p:spPr>
            <a:xfrm rot="5400000" flipH="1">
              <a:off x="195249" y="4348008"/>
              <a:ext cx="528094" cy="528183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1"/>
            <p:cNvSpPr/>
            <p:nvPr/>
          </p:nvSpPr>
          <p:spPr>
            <a:xfrm rot="-5400000" flipH="1">
              <a:off x="1817376" y="4083214"/>
              <a:ext cx="539375" cy="1078893"/>
            </a:xfrm>
            <a:custGeom>
              <a:avLst/>
              <a:gdLst/>
              <a:ahLst/>
              <a:cxnLst/>
              <a:rect l="l" t="t" r="r" b="b"/>
              <a:pathLst>
                <a:path w="7508" h="15018" extrusionOk="0">
                  <a:moveTo>
                    <a:pt x="1" y="1"/>
                  </a:moveTo>
                  <a:lnTo>
                    <a:pt x="1" y="7510"/>
                  </a:lnTo>
                  <a:lnTo>
                    <a:pt x="7508" y="15017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1"/>
            <p:cNvSpPr/>
            <p:nvPr/>
          </p:nvSpPr>
          <p:spPr>
            <a:xfrm rot="-5400000" flipH="1">
              <a:off x="195205" y="3814622"/>
              <a:ext cx="533417" cy="533417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1"/>
            <p:cNvSpPr/>
            <p:nvPr/>
          </p:nvSpPr>
          <p:spPr>
            <a:xfrm rot="10800000">
              <a:off x="730925" y="3807696"/>
              <a:ext cx="545357" cy="545304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1"/>
            <p:cNvSpPr/>
            <p:nvPr/>
          </p:nvSpPr>
          <p:spPr>
            <a:xfrm flipH="1">
              <a:off x="195199" y="2755373"/>
              <a:ext cx="539450" cy="539522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cubicBezTo>
                    <a:pt x="3362" y="1"/>
                    <a:pt x="0" y="3362"/>
                    <a:pt x="0" y="7508"/>
                  </a:cubicBez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1"/>
            <p:cNvSpPr/>
            <p:nvPr/>
          </p:nvSpPr>
          <p:spPr>
            <a:xfrm rot="-5400000">
              <a:off x="878403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1"/>
            <p:cNvSpPr/>
            <p:nvPr/>
          </p:nvSpPr>
          <p:spPr>
            <a:xfrm rot="-5400000">
              <a:off x="1148228" y="4487752"/>
              <a:ext cx="539375" cy="269822"/>
            </a:xfrm>
            <a:custGeom>
              <a:avLst/>
              <a:gdLst/>
              <a:ahLst/>
              <a:cxnLst/>
              <a:rect l="l" t="t" r="r" b="b"/>
              <a:pathLst>
                <a:path w="7508" h="3756" extrusionOk="0">
                  <a:moveTo>
                    <a:pt x="1" y="0"/>
                  </a:moveTo>
                  <a:lnTo>
                    <a:pt x="1" y="3755"/>
                  </a:lnTo>
                  <a:lnTo>
                    <a:pt x="7508" y="3755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1648200" y="4436200"/>
              <a:ext cx="372900" cy="372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1" name="Google Shape;471;p21"/>
          <p:cNvSpPr/>
          <p:nvPr/>
        </p:nvSpPr>
        <p:spPr>
          <a:xfrm rot="5400000" flipH="1">
            <a:off x="8324883" y="-117"/>
            <a:ext cx="821206" cy="821278"/>
          </a:xfrm>
          <a:custGeom>
            <a:avLst/>
            <a:gdLst/>
            <a:ahLst/>
            <a:cxnLst/>
            <a:rect l="l" t="t" r="r" b="b"/>
            <a:pathLst>
              <a:path w="7508" h="7509" extrusionOk="0">
                <a:moveTo>
                  <a:pt x="1" y="1"/>
                </a:moveTo>
                <a:lnTo>
                  <a:pt x="7508" y="7508"/>
                </a:lnTo>
                <a:lnTo>
                  <a:pt x="750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Google Shape;473;p22"/>
          <p:cNvGrpSpPr/>
          <p:nvPr/>
        </p:nvGrpSpPr>
        <p:grpSpPr>
          <a:xfrm rot="10800000" flipH="1">
            <a:off x="7517885" y="2676269"/>
            <a:ext cx="1631208" cy="2476451"/>
            <a:chOff x="8103875" y="528048"/>
            <a:chExt cx="1056550" cy="1604127"/>
          </a:xfrm>
        </p:grpSpPr>
        <p:sp>
          <p:nvSpPr>
            <p:cNvPr id="474" name="Google Shape;474;p22"/>
            <p:cNvSpPr/>
            <p:nvPr/>
          </p:nvSpPr>
          <p:spPr>
            <a:xfrm rot="5400000">
              <a:off x="8621014" y="531240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0"/>
                  </a:moveTo>
                  <a:lnTo>
                    <a:pt x="1" y="7509"/>
                  </a:lnTo>
                  <a:lnTo>
                    <a:pt x="7508" y="7476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2"/>
            <p:cNvSpPr/>
            <p:nvPr/>
          </p:nvSpPr>
          <p:spPr>
            <a:xfrm rot="5400000">
              <a:off x="8621014" y="531240"/>
              <a:ext cx="539375" cy="539447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1" y="0"/>
                  </a:moveTo>
                  <a:lnTo>
                    <a:pt x="1" y="7509"/>
                  </a:lnTo>
                  <a:lnTo>
                    <a:pt x="750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/>
            <p:cNvSpPr/>
            <p:nvPr/>
          </p:nvSpPr>
          <p:spPr>
            <a:xfrm rot="-5400000">
              <a:off x="8632286" y="1604037"/>
              <a:ext cx="528094" cy="528183"/>
            </a:xfrm>
            <a:custGeom>
              <a:avLst/>
              <a:gdLst/>
              <a:ahLst/>
              <a:cxnLst/>
              <a:rect l="l" t="t" r="r" b="b"/>
              <a:pathLst>
                <a:path w="7508" h="7509" extrusionOk="0">
                  <a:moveTo>
                    <a:pt x="7508" y="1"/>
                  </a:moveTo>
                  <a:lnTo>
                    <a:pt x="1" y="7508"/>
                  </a:lnTo>
                  <a:lnTo>
                    <a:pt x="7508" y="7508"/>
                  </a:lnTo>
                  <a:lnTo>
                    <a:pt x="75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2"/>
            <p:cNvSpPr/>
            <p:nvPr/>
          </p:nvSpPr>
          <p:spPr>
            <a:xfrm rot="5400000">
              <a:off x="8627008" y="1070650"/>
              <a:ext cx="533417" cy="533417"/>
            </a:xfrm>
            <a:custGeom>
              <a:avLst/>
              <a:gdLst/>
              <a:ahLst/>
              <a:cxnLst/>
              <a:rect l="l" t="t" r="r" b="b"/>
              <a:pathLst>
                <a:path w="7510" h="7510" extrusionOk="0">
                  <a:moveTo>
                    <a:pt x="7509" y="1"/>
                  </a:moveTo>
                  <a:cubicBezTo>
                    <a:pt x="3362" y="1"/>
                    <a:pt x="1" y="3362"/>
                    <a:pt x="1" y="7509"/>
                  </a:cubicBezTo>
                  <a:lnTo>
                    <a:pt x="7509" y="7509"/>
                  </a:lnTo>
                  <a:lnTo>
                    <a:pt x="75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/>
            <p:cNvSpPr/>
            <p:nvPr/>
          </p:nvSpPr>
          <p:spPr>
            <a:xfrm>
              <a:off x="8103875" y="528048"/>
              <a:ext cx="523128" cy="523058"/>
            </a:xfrm>
            <a:custGeom>
              <a:avLst/>
              <a:gdLst/>
              <a:ahLst/>
              <a:cxnLst/>
              <a:rect l="l" t="t" r="r" b="b"/>
              <a:pathLst>
                <a:path w="7510" h="7509" extrusionOk="0">
                  <a:moveTo>
                    <a:pt x="1" y="0"/>
                  </a:moveTo>
                  <a:cubicBezTo>
                    <a:pt x="4147" y="0"/>
                    <a:pt x="7509" y="3361"/>
                    <a:pt x="7509" y="7509"/>
                  </a:cubicBezTo>
                  <a:lnTo>
                    <a:pt x="750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9" name="Google Shape;479;p22"/>
          <p:cNvGrpSpPr/>
          <p:nvPr/>
        </p:nvGrpSpPr>
        <p:grpSpPr>
          <a:xfrm>
            <a:off x="3" y="151"/>
            <a:ext cx="1314445" cy="657240"/>
            <a:chOff x="2444" y="4674225"/>
            <a:chExt cx="938487" cy="469256"/>
          </a:xfrm>
        </p:grpSpPr>
        <p:sp>
          <p:nvSpPr>
            <p:cNvPr id="480" name="Google Shape;480;p22"/>
            <p:cNvSpPr/>
            <p:nvPr/>
          </p:nvSpPr>
          <p:spPr>
            <a:xfrm>
              <a:off x="2444" y="4674225"/>
              <a:ext cx="938487" cy="469256"/>
            </a:xfrm>
            <a:custGeom>
              <a:avLst/>
              <a:gdLst/>
              <a:ahLst/>
              <a:cxnLst/>
              <a:rect l="l" t="t" r="r" b="b"/>
              <a:pathLst>
                <a:path w="15017" h="7509" extrusionOk="0">
                  <a:moveTo>
                    <a:pt x="1" y="1"/>
                  </a:moveTo>
                  <a:lnTo>
                    <a:pt x="1" y="7508"/>
                  </a:lnTo>
                  <a:lnTo>
                    <a:pt x="7510" y="7508"/>
                  </a:lnTo>
                  <a:lnTo>
                    <a:pt x="150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2"/>
            <p:cNvSpPr/>
            <p:nvPr/>
          </p:nvSpPr>
          <p:spPr>
            <a:xfrm rot="10800000" flipH="1">
              <a:off x="49378" y="4721156"/>
              <a:ext cx="375470" cy="375392"/>
            </a:xfrm>
            <a:custGeom>
              <a:avLst/>
              <a:gdLst/>
              <a:ahLst/>
              <a:cxnLst/>
              <a:rect l="l" t="t" r="r" b="b"/>
              <a:pathLst>
                <a:path w="6008" h="6007" extrusionOk="0">
                  <a:moveTo>
                    <a:pt x="3004" y="1"/>
                  </a:moveTo>
                  <a:cubicBezTo>
                    <a:pt x="1345" y="1"/>
                    <a:pt x="1" y="1345"/>
                    <a:pt x="1" y="3003"/>
                  </a:cubicBezTo>
                  <a:cubicBezTo>
                    <a:pt x="1" y="4662"/>
                    <a:pt x="1345" y="6006"/>
                    <a:pt x="3004" y="6006"/>
                  </a:cubicBezTo>
                  <a:cubicBezTo>
                    <a:pt x="4662" y="6006"/>
                    <a:pt x="6008" y="4662"/>
                    <a:pt x="6008" y="3003"/>
                  </a:cubicBezTo>
                  <a:cubicBezTo>
                    <a:pt x="6008" y="1345"/>
                    <a:pt x="4662" y="1"/>
                    <a:pt x="30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6" r:id="rId4"/>
    <p:sldLayoutId id="2147483675" r:id="rId5"/>
    <p:sldLayoutId id="2147483649" r:id="rId6"/>
    <p:sldLayoutId id="2147483650" r:id="rId7"/>
    <p:sldLayoutId id="2147483651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67" r:id="rId15"/>
    <p:sldLayoutId id="2147483668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dBDP46wM1RAMgZsYBhAzmFkhl62UgC-X0lZbkXENNG6YALRA/viewform" TargetMode="External"/><Relationship Id="rId2" Type="http://schemas.openxmlformats.org/officeDocument/2006/relationships/hyperlink" Target="https://docs.google.com/forms/d/e/1FAIpQLSfz2uITldJvurpJEDjkyqTRmTZ0_DM1bgIjiAKJs7smWHPb-w/viewform" TargetMode="Externa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5"/>
          <p:cNvSpPr txBox="1">
            <a:spLocks noGrp="1"/>
          </p:cNvSpPr>
          <p:nvPr>
            <p:ph type="ctrTitle"/>
          </p:nvPr>
        </p:nvSpPr>
        <p:spPr>
          <a:xfrm>
            <a:off x="2828151" y="1045580"/>
            <a:ext cx="5964324" cy="30523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 dirty="0"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</a:rPr>
              <a:t>Essay </a:t>
            </a:r>
            <a:r>
              <a:rPr lang="en" sz="8000" dirty="0"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</a:rPr>
              <a:t>Brainstorm</a:t>
            </a:r>
            <a:endParaRPr sz="8800" dirty="0">
              <a:effectLst>
                <a:outerShdw dist="63500" dir="2700000" algn="tl" rotWithShape="0">
                  <a:prstClr val="black">
                    <a:alpha val="15000"/>
                  </a:prstClr>
                </a:outerShdw>
              </a:effectLst>
            </a:endParaRPr>
          </a:p>
        </p:txBody>
      </p:sp>
      <p:grpSp>
        <p:nvGrpSpPr>
          <p:cNvPr id="10" name="Google Shape;783;p33">
            <a:extLst>
              <a:ext uri="{FF2B5EF4-FFF2-40B4-BE49-F238E27FC236}">
                <a16:creationId xmlns:a16="http://schemas.microsoft.com/office/drawing/2014/main" id="{075BEE53-13AA-DFBD-A475-9DE0F8976E13}"/>
              </a:ext>
            </a:extLst>
          </p:cNvPr>
          <p:cNvGrpSpPr/>
          <p:nvPr/>
        </p:nvGrpSpPr>
        <p:grpSpPr>
          <a:xfrm>
            <a:off x="1121271" y="531320"/>
            <a:ext cx="1229262" cy="3483044"/>
            <a:chOff x="6905619" y="818344"/>
            <a:chExt cx="1280216" cy="3627419"/>
          </a:xfrm>
        </p:grpSpPr>
        <p:sp>
          <p:nvSpPr>
            <p:cNvPr id="11" name="Google Shape;784;p33">
              <a:extLst>
                <a:ext uri="{FF2B5EF4-FFF2-40B4-BE49-F238E27FC236}">
                  <a16:creationId xmlns:a16="http://schemas.microsoft.com/office/drawing/2014/main" id="{3F7FA395-5CAC-1DDA-631D-EAC1BC666471}"/>
                </a:ext>
              </a:extLst>
            </p:cNvPr>
            <p:cNvSpPr/>
            <p:nvPr/>
          </p:nvSpPr>
          <p:spPr>
            <a:xfrm>
              <a:off x="6905619" y="4137203"/>
              <a:ext cx="1280216" cy="308561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85;p33">
              <a:extLst>
                <a:ext uri="{FF2B5EF4-FFF2-40B4-BE49-F238E27FC236}">
                  <a16:creationId xmlns:a16="http://schemas.microsoft.com/office/drawing/2014/main" id="{705FF404-98B6-4496-B02C-BD583F7A2D3B}"/>
                </a:ext>
              </a:extLst>
            </p:cNvPr>
            <p:cNvSpPr/>
            <p:nvPr/>
          </p:nvSpPr>
          <p:spPr>
            <a:xfrm>
              <a:off x="7028366" y="1563858"/>
              <a:ext cx="484579" cy="1509059"/>
            </a:xfrm>
            <a:custGeom>
              <a:avLst/>
              <a:gdLst/>
              <a:ahLst/>
              <a:cxnLst/>
              <a:rect l="l" t="t" r="r" b="b"/>
              <a:pathLst>
                <a:path w="7568" h="23568" extrusionOk="0">
                  <a:moveTo>
                    <a:pt x="1312" y="0"/>
                  </a:moveTo>
                  <a:cubicBezTo>
                    <a:pt x="783" y="1628"/>
                    <a:pt x="364" y="3364"/>
                    <a:pt x="146" y="5167"/>
                  </a:cubicBezTo>
                  <a:cubicBezTo>
                    <a:pt x="1" y="6360"/>
                    <a:pt x="408" y="7552"/>
                    <a:pt x="1267" y="8392"/>
                  </a:cubicBezTo>
                  <a:lnTo>
                    <a:pt x="5448" y="12480"/>
                  </a:lnTo>
                  <a:lnTo>
                    <a:pt x="5448" y="12480"/>
                  </a:lnTo>
                  <a:lnTo>
                    <a:pt x="36" y="9402"/>
                  </a:lnTo>
                  <a:lnTo>
                    <a:pt x="36" y="9424"/>
                  </a:lnTo>
                  <a:cubicBezTo>
                    <a:pt x="53" y="9805"/>
                    <a:pt x="93" y="10184"/>
                    <a:pt x="155" y="10559"/>
                  </a:cubicBezTo>
                  <a:cubicBezTo>
                    <a:pt x="157" y="10568"/>
                    <a:pt x="158" y="10577"/>
                    <a:pt x="159" y="10586"/>
                  </a:cubicBezTo>
                  <a:cubicBezTo>
                    <a:pt x="441" y="12306"/>
                    <a:pt x="1387" y="15663"/>
                    <a:pt x="4528" y="18913"/>
                  </a:cubicBezTo>
                  <a:cubicBezTo>
                    <a:pt x="4528" y="18913"/>
                    <a:pt x="6150" y="20459"/>
                    <a:pt x="6582" y="22762"/>
                  </a:cubicBezTo>
                  <a:cubicBezTo>
                    <a:pt x="6632" y="23027"/>
                    <a:pt x="6665" y="23297"/>
                    <a:pt x="6680" y="23567"/>
                  </a:cubicBezTo>
                  <a:lnTo>
                    <a:pt x="7448" y="23567"/>
                  </a:lnTo>
                  <a:lnTo>
                    <a:pt x="7567" y="8041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86;p33">
              <a:extLst>
                <a:ext uri="{FF2B5EF4-FFF2-40B4-BE49-F238E27FC236}">
                  <a16:creationId xmlns:a16="http://schemas.microsoft.com/office/drawing/2014/main" id="{6F38B56E-D536-0871-E358-DAD9EA12E63D}"/>
                </a:ext>
              </a:extLst>
            </p:cNvPr>
            <p:cNvSpPr/>
            <p:nvPr/>
          </p:nvSpPr>
          <p:spPr>
            <a:xfrm>
              <a:off x="7569173" y="818473"/>
              <a:ext cx="466010" cy="1314536"/>
            </a:xfrm>
            <a:custGeom>
              <a:avLst/>
              <a:gdLst/>
              <a:ahLst/>
              <a:cxnLst/>
              <a:rect l="l" t="t" r="r" b="b"/>
              <a:pathLst>
                <a:path w="7278" h="20530" extrusionOk="0">
                  <a:moveTo>
                    <a:pt x="0" y="1"/>
                  </a:moveTo>
                  <a:lnTo>
                    <a:pt x="157" y="20529"/>
                  </a:lnTo>
                  <a:lnTo>
                    <a:pt x="7278" y="15009"/>
                  </a:lnTo>
                  <a:cubicBezTo>
                    <a:pt x="7053" y="13854"/>
                    <a:pt x="6752" y="12714"/>
                    <a:pt x="6380" y="11598"/>
                  </a:cubicBezTo>
                  <a:lnTo>
                    <a:pt x="2266" y="15009"/>
                  </a:lnTo>
                  <a:lnTo>
                    <a:pt x="5639" y="9559"/>
                  </a:lnTo>
                  <a:cubicBezTo>
                    <a:pt x="5342" y="8830"/>
                    <a:pt x="5023" y="8127"/>
                    <a:pt x="4699" y="7456"/>
                  </a:cubicBezTo>
                  <a:lnTo>
                    <a:pt x="2330" y="11094"/>
                  </a:lnTo>
                  <a:lnTo>
                    <a:pt x="3638" y="8153"/>
                  </a:lnTo>
                  <a:cubicBezTo>
                    <a:pt x="4071" y="7181"/>
                    <a:pt x="4009" y="6061"/>
                    <a:pt x="3484" y="5135"/>
                  </a:cubicBezTo>
                  <a:cubicBezTo>
                    <a:pt x="1688" y="197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87;p33">
              <a:extLst>
                <a:ext uri="{FF2B5EF4-FFF2-40B4-BE49-F238E27FC236}">
                  <a16:creationId xmlns:a16="http://schemas.microsoft.com/office/drawing/2014/main" id="{7B09283A-D1F3-60B3-3339-2C5AD95F6B41}"/>
                </a:ext>
              </a:extLst>
            </p:cNvPr>
            <p:cNvSpPr/>
            <p:nvPr/>
          </p:nvSpPr>
          <p:spPr>
            <a:xfrm>
              <a:off x="7130560" y="818344"/>
              <a:ext cx="391607" cy="1180201"/>
            </a:xfrm>
            <a:custGeom>
              <a:avLst/>
              <a:gdLst/>
              <a:ahLst/>
              <a:cxnLst/>
              <a:rect l="l" t="t" r="r" b="b"/>
              <a:pathLst>
                <a:path w="6116" h="18432" extrusionOk="0">
                  <a:moveTo>
                    <a:pt x="6115" y="1"/>
                  </a:moveTo>
                  <a:cubicBezTo>
                    <a:pt x="6115" y="1"/>
                    <a:pt x="4432" y="1974"/>
                    <a:pt x="2633" y="5141"/>
                  </a:cubicBezTo>
                  <a:cubicBezTo>
                    <a:pt x="2107" y="6066"/>
                    <a:pt x="2046" y="7186"/>
                    <a:pt x="2478" y="8158"/>
                  </a:cubicBezTo>
                  <a:lnTo>
                    <a:pt x="3786" y="11096"/>
                  </a:lnTo>
                  <a:lnTo>
                    <a:pt x="1415" y="7458"/>
                  </a:lnTo>
                  <a:cubicBezTo>
                    <a:pt x="1092" y="8130"/>
                    <a:pt x="390" y="9623"/>
                    <a:pt x="1" y="10711"/>
                  </a:cubicBezTo>
                  <a:lnTo>
                    <a:pt x="5979" y="18431"/>
                  </a:lnTo>
                  <a:lnTo>
                    <a:pt x="6115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88;p33">
              <a:extLst>
                <a:ext uri="{FF2B5EF4-FFF2-40B4-BE49-F238E27FC236}">
                  <a16:creationId xmlns:a16="http://schemas.microsoft.com/office/drawing/2014/main" id="{48A4A67A-FD76-A2DB-2083-D4E5D42A1973}"/>
                </a:ext>
              </a:extLst>
            </p:cNvPr>
            <p:cNvSpPr/>
            <p:nvPr/>
          </p:nvSpPr>
          <p:spPr>
            <a:xfrm>
              <a:off x="7579930" y="1837335"/>
              <a:ext cx="483426" cy="1235203"/>
            </a:xfrm>
            <a:custGeom>
              <a:avLst/>
              <a:gdLst/>
              <a:ahLst/>
              <a:cxnLst/>
              <a:rect l="l" t="t" r="r" b="b"/>
              <a:pathLst>
                <a:path w="7550" h="19291" extrusionOk="0">
                  <a:moveTo>
                    <a:pt x="7272" y="0"/>
                  </a:moveTo>
                  <a:lnTo>
                    <a:pt x="0" y="5634"/>
                  </a:lnTo>
                  <a:lnTo>
                    <a:pt x="97" y="19291"/>
                  </a:lnTo>
                  <a:lnTo>
                    <a:pt x="865" y="19291"/>
                  </a:lnTo>
                  <a:cubicBezTo>
                    <a:pt x="876" y="19021"/>
                    <a:pt x="913" y="18755"/>
                    <a:pt x="962" y="18491"/>
                  </a:cubicBezTo>
                  <a:lnTo>
                    <a:pt x="962" y="18485"/>
                  </a:lnTo>
                  <a:cubicBezTo>
                    <a:pt x="1394" y="16187"/>
                    <a:pt x="3017" y="14641"/>
                    <a:pt x="3017" y="14641"/>
                  </a:cubicBezTo>
                  <a:cubicBezTo>
                    <a:pt x="5374" y="12203"/>
                    <a:pt x="6494" y="9711"/>
                    <a:pt x="7023" y="7883"/>
                  </a:cubicBezTo>
                  <a:cubicBezTo>
                    <a:pt x="7172" y="7368"/>
                    <a:pt x="7291" y="6844"/>
                    <a:pt x="7379" y="6315"/>
                  </a:cubicBezTo>
                  <a:cubicBezTo>
                    <a:pt x="7385" y="6299"/>
                    <a:pt x="7391" y="6299"/>
                    <a:pt x="7391" y="6288"/>
                  </a:cubicBezTo>
                  <a:cubicBezTo>
                    <a:pt x="7493" y="5651"/>
                    <a:pt x="7504" y="5244"/>
                    <a:pt x="7510" y="5153"/>
                  </a:cubicBezTo>
                  <a:lnTo>
                    <a:pt x="7510" y="5137"/>
                  </a:lnTo>
                  <a:lnTo>
                    <a:pt x="2098" y="8208"/>
                  </a:lnTo>
                  <a:lnTo>
                    <a:pt x="6901" y="3513"/>
                  </a:lnTo>
                  <a:cubicBezTo>
                    <a:pt x="7322" y="3103"/>
                    <a:pt x="7550" y="2526"/>
                    <a:pt x="7500" y="1940"/>
                  </a:cubicBezTo>
                  <a:lnTo>
                    <a:pt x="7499" y="1931"/>
                  </a:lnTo>
                  <a:cubicBezTo>
                    <a:pt x="7483" y="1681"/>
                    <a:pt x="7456" y="1427"/>
                    <a:pt x="7428" y="1179"/>
                  </a:cubicBezTo>
                  <a:cubicBezTo>
                    <a:pt x="7412" y="1006"/>
                    <a:pt x="7391" y="833"/>
                    <a:pt x="7364" y="660"/>
                  </a:cubicBezTo>
                  <a:cubicBezTo>
                    <a:pt x="7342" y="481"/>
                    <a:pt x="7321" y="303"/>
                    <a:pt x="7288" y="125"/>
                  </a:cubicBezTo>
                  <a:cubicBezTo>
                    <a:pt x="7283" y="82"/>
                    <a:pt x="7277" y="38"/>
                    <a:pt x="7272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89;p33">
              <a:extLst>
                <a:ext uri="{FF2B5EF4-FFF2-40B4-BE49-F238E27FC236}">
                  <a16:creationId xmlns:a16="http://schemas.microsoft.com/office/drawing/2014/main" id="{46837C04-8732-E55A-7E92-8B303734E03A}"/>
                </a:ext>
              </a:extLst>
            </p:cNvPr>
            <p:cNvSpPr/>
            <p:nvPr/>
          </p:nvSpPr>
          <p:spPr>
            <a:xfrm>
              <a:off x="7133185" y="3072494"/>
              <a:ext cx="825091" cy="1219003"/>
            </a:xfrm>
            <a:custGeom>
              <a:avLst/>
              <a:gdLst/>
              <a:ahLst/>
              <a:cxnLst/>
              <a:rect l="l" t="t" r="r" b="b"/>
              <a:pathLst>
                <a:path w="12886" h="19038" extrusionOk="0">
                  <a:moveTo>
                    <a:pt x="2483" y="1"/>
                  </a:moveTo>
                  <a:cubicBezTo>
                    <a:pt x="2147" y="1"/>
                    <a:pt x="1875" y="273"/>
                    <a:pt x="1875" y="609"/>
                  </a:cubicBezTo>
                  <a:lnTo>
                    <a:pt x="1875" y="2688"/>
                  </a:lnTo>
                  <a:cubicBezTo>
                    <a:pt x="1875" y="3024"/>
                    <a:pt x="2147" y="3296"/>
                    <a:pt x="2483" y="3296"/>
                  </a:cubicBezTo>
                  <a:lnTo>
                    <a:pt x="3147" y="3296"/>
                  </a:lnTo>
                  <a:lnTo>
                    <a:pt x="3147" y="5395"/>
                  </a:lnTo>
                  <a:lnTo>
                    <a:pt x="230" y="10047"/>
                  </a:lnTo>
                  <a:cubicBezTo>
                    <a:pt x="1" y="10411"/>
                    <a:pt x="14" y="10877"/>
                    <a:pt x="264" y="11227"/>
                  </a:cubicBezTo>
                  <a:lnTo>
                    <a:pt x="5577" y="18703"/>
                  </a:lnTo>
                  <a:cubicBezTo>
                    <a:pt x="5677" y="18844"/>
                    <a:pt x="5811" y="18959"/>
                    <a:pt x="5966" y="19037"/>
                  </a:cubicBezTo>
                  <a:lnTo>
                    <a:pt x="5966" y="10806"/>
                  </a:lnTo>
                  <a:cubicBezTo>
                    <a:pt x="5588" y="10590"/>
                    <a:pt x="5402" y="10146"/>
                    <a:pt x="5514" y="9725"/>
                  </a:cubicBezTo>
                  <a:cubicBezTo>
                    <a:pt x="5625" y="9303"/>
                    <a:pt x="6007" y="9009"/>
                    <a:pt x="6443" y="9009"/>
                  </a:cubicBezTo>
                  <a:cubicBezTo>
                    <a:pt x="6880" y="9009"/>
                    <a:pt x="7261" y="9303"/>
                    <a:pt x="7372" y="9725"/>
                  </a:cubicBezTo>
                  <a:cubicBezTo>
                    <a:pt x="7484" y="10146"/>
                    <a:pt x="7298" y="10590"/>
                    <a:pt x="6919" y="10806"/>
                  </a:cubicBezTo>
                  <a:lnTo>
                    <a:pt x="6919" y="19037"/>
                  </a:lnTo>
                  <a:cubicBezTo>
                    <a:pt x="7075" y="18959"/>
                    <a:pt x="7209" y="18844"/>
                    <a:pt x="7308" y="18703"/>
                  </a:cubicBezTo>
                  <a:lnTo>
                    <a:pt x="12623" y="11227"/>
                  </a:lnTo>
                  <a:cubicBezTo>
                    <a:pt x="12872" y="10877"/>
                    <a:pt x="12885" y="10411"/>
                    <a:pt x="12657" y="10047"/>
                  </a:cubicBezTo>
                  <a:lnTo>
                    <a:pt x="9738" y="5395"/>
                  </a:lnTo>
                  <a:lnTo>
                    <a:pt x="9738" y="3296"/>
                  </a:lnTo>
                  <a:lnTo>
                    <a:pt x="10403" y="3296"/>
                  </a:lnTo>
                  <a:cubicBezTo>
                    <a:pt x="10739" y="3296"/>
                    <a:pt x="11011" y="3024"/>
                    <a:pt x="11011" y="2688"/>
                  </a:cubicBezTo>
                  <a:lnTo>
                    <a:pt x="11011" y="609"/>
                  </a:lnTo>
                  <a:cubicBezTo>
                    <a:pt x="11011" y="273"/>
                    <a:pt x="10739" y="1"/>
                    <a:pt x="10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22A043D-E978-0B80-E267-57E25F7A3CCC}"/>
              </a:ext>
            </a:extLst>
          </p:cNvPr>
          <p:cNvGrpSpPr/>
          <p:nvPr/>
        </p:nvGrpSpPr>
        <p:grpSpPr>
          <a:xfrm>
            <a:off x="8138058" y="4143209"/>
            <a:ext cx="889506" cy="889504"/>
            <a:chOff x="8135676" y="4136065"/>
            <a:chExt cx="889506" cy="889504"/>
          </a:xfrm>
        </p:grpSpPr>
        <p:sp>
          <p:nvSpPr>
            <p:cNvPr id="20" name="Google Shape;234;p10">
              <a:extLst>
                <a:ext uri="{FF2B5EF4-FFF2-40B4-BE49-F238E27FC236}">
                  <a16:creationId xmlns:a16="http://schemas.microsoft.com/office/drawing/2014/main" id="{E12F9539-BED9-A648-6F03-C0795044AADC}"/>
                </a:ext>
              </a:extLst>
            </p:cNvPr>
            <p:cNvSpPr/>
            <p:nvPr/>
          </p:nvSpPr>
          <p:spPr>
            <a:xfrm>
              <a:off x="8135676" y="4136065"/>
              <a:ext cx="889506" cy="889504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9589EF8-B3ED-23FD-0176-3E5D1866D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0765" y="4299809"/>
              <a:ext cx="419328" cy="5620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F5C2F-174A-D413-1DEA-980FD594A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71F9454-EDF1-654C-848D-BDBBEBB13937}"/>
              </a:ext>
            </a:extLst>
          </p:cNvPr>
          <p:cNvSpPr/>
          <p:nvPr/>
        </p:nvSpPr>
        <p:spPr>
          <a:xfrm>
            <a:off x="447276" y="831074"/>
            <a:ext cx="8460000" cy="3960000"/>
          </a:xfrm>
          <a:prstGeom prst="roundRect">
            <a:avLst>
              <a:gd name="adj" fmla="val 15227"/>
            </a:avLst>
          </a:prstGeom>
          <a:solidFill>
            <a:schemeClr val="accent6"/>
          </a:solidFill>
          <a:ln>
            <a:solidFill>
              <a:srgbClr val="2B2E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32A2F09-2340-098B-7174-71B02AE54B3C}"/>
              </a:ext>
            </a:extLst>
          </p:cNvPr>
          <p:cNvCxnSpPr>
            <a:cxnSpLocks/>
          </p:cNvCxnSpPr>
          <p:nvPr/>
        </p:nvCxnSpPr>
        <p:spPr>
          <a:xfrm>
            <a:off x="4572000" y="921074"/>
            <a:ext cx="0" cy="3780000"/>
          </a:xfrm>
          <a:prstGeom prst="line">
            <a:avLst/>
          </a:prstGeom>
          <a:ln w="28575">
            <a:solidFill>
              <a:srgbClr val="AEB0D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BDB7235-5F9B-B83B-4F8A-B830460B4ADC}"/>
              </a:ext>
            </a:extLst>
          </p:cNvPr>
          <p:cNvSpPr txBox="1"/>
          <p:nvPr/>
        </p:nvSpPr>
        <p:spPr>
          <a:xfrm>
            <a:off x="966338" y="150038"/>
            <a:ext cx="2981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2B2E5F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Topic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94E366-2784-5485-8B0B-18335F711B17}"/>
              </a:ext>
            </a:extLst>
          </p:cNvPr>
          <p:cNvSpPr txBox="1"/>
          <p:nvPr/>
        </p:nvSpPr>
        <p:spPr>
          <a:xfrm>
            <a:off x="5196338" y="150038"/>
            <a:ext cx="2981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2B2E5F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Topic 2</a:t>
            </a:r>
          </a:p>
        </p:txBody>
      </p:sp>
    </p:spTree>
    <p:extLst>
      <p:ext uri="{BB962C8B-B14F-4D97-AF65-F5344CB8AC3E}">
        <p14:creationId xmlns:p14="http://schemas.microsoft.com/office/powerpoint/2010/main" val="2798307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A18E3CB-02E7-36F1-0FB1-990FBB4E7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extLst>
              <a:ext uri="{FF2B5EF4-FFF2-40B4-BE49-F238E27FC236}">
                <a16:creationId xmlns:a16="http://schemas.microsoft.com/office/drawing/2014/main" id="{05AFB882-F2FB-B514-625B-1342397F8AD0}"/>
              </a:ext>
            </a:extLst>
          </p:cNvPr>
          <p:cNvSpPr txBox="1"/>
          <p:nvPr/>
        </p:nvSpPr>
        <p:spPr>
          <a:xfrm>
            <a:off x="4707000" y="623384"/>
            <a:ext cx="3960000" cy="1332000"/>
          </a:xfrm>
          <a:prstGeom prst="rect">
            <a:avLst/>
          </a:prstGeom>
          <a:solidFill>
            <a:schemeClr val="accent2"/>
          </a:solidFill>
        </p:spPr>
        <p:txBody>
          <a:bodyPr wrap="square" rtlCol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Add topic 2 here. </a:t>
            </a:r>
            <a:r>
              <a:rPr lang="en-US" sz="1600" b="1" u="sng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Bold and underline the topic question.</a:t>
            </a:r>
            <a:r>
              <a:rPr lang="en-US" sz="16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Give reasons and details to support your answer.</a:t>
            </a:r>
            <a:endParaRPr lang="en-US" sz="1600" u="sng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625CFF-9CE1-D692-F47A-78A2FCFAAA5B}"/>
              </a:ext>
            </a:extLst>
          </p:cNvPr>
          <p:cNvSpPr txBox="1"/>
          <p:nvPr/>
        </p:nvSpPr>
        <p:spPr>
          <a:xfrm>
            <a:off x="477000" y="623384"/>
            <a:ext cx="3960000" cy="1332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 anchor="ctr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Add topic 1 here. </a:t>
            </a:r>
            <a:r>
              <a:rPr lang="en-US" sz="1600" b="1" u="sng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Bold and underline the topic question.</a:t>
            </a:r>
            <a:r>
              <a:rPr lang="en-US" sz="16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Give reasons and details to support your answer.</a:t>
            </a:r>
            <a:endParaRPr lang="en-US" sz="1600" u="sng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3CE46919-60F9-63F2-648D-651D2ECF9038}"/>
              </a:ext>
            </a:extLst>
          </p:cNvPr>
          <p:cNvSpPr/>
          <p:nvPr/>
        </p:nvSpPr>
        <p:spPr>
          <a:xfrm>
            <a:off x="342000" y="2091074"/>
            <a:ext cx="8460000" cy="2700000"/>
          </a:xfrm>
          <a:prstGeom prst="roundRect">
            <a:avLst>
              <a:gd name="adj" fmla="val 22760"/>
            </a:avLst>
          </a:prstGeom>
          <a:solidFill>
            <a:schemeClr val="accent6"/>
          </a:solidFill>
          <a:ln>
            <a:solidFill>
              <a:srgbClr val="2B2E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7E48BC-C86D-CBCC-BE1D-CE6A6DBCB263}"/>
              </a:ext>
            </a:extLst>
          </p:cNvPr>
          <p:cNvCxnSpPr>
            <a:cxnSpLocks/>
          </p:cNvCxnSpPr>
          <p:nvPr/>
        </p:nvCxnSpPr>
        <p:spPr>
          <a:xfrm>
            <a:off x="4572000" y="2181074"/>
            <a:ext cx="0" cy="2520000"/>
          </a:xfrm>
          <a:prstGeom prst="line">
            <a:avLst/>
          </a:prstGeom>
          <a:ln w="28575">
            <a:solidFill>
              <a:srgbClr val="AEB0D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FC40FBA-456C-AFA4-21E2-7DE9C3F6327F}"/>
              </a:ext>
            </a:extLst>
          </p:cNvPr>
          <p:cNvSpPr txBox="1"/>
          <p:nvPr/>
        </p:nvSpPr>
        <p:spPr>
          <a:xfrm>
            <a:off x="966338" y="1516425"/>
            <a:ext cx="6907320" cy="2110650"/>
          </a:xfrm>
          <a:prstGeom prst="rect">
            <a:avLst/>
          </a:prstGeom>
          <a:solidFill>
            <a:srgbClr val="FFFF00"/>
          </a:solidFill>
        </p:spPr>
        <p:txBody>
          <a:bodyPr wrap="square" rtlCol="0" anchor="ctr" anchorCtr="0">
            <a:noAutofit/>
          </a:bodyPr>
          <a:lstStyle/>
          <a:p>
            <a:pPr algn="ctr">
              <a:spcAft>
                <a:spcPts val="1200"/>
              </a:spcAft>
            </a:pPr>
            <a:r>
              <a:rPr lang="en-US" sz="2800" dirty="0">
                <a:solidFill>
                  <a:srgbClr val="FF0000"/>
                </a:solidFill>
              </a:rPr>
              <a:t>Use this slide if you want to show the essay topics directly on the PPT.</a:t>
            </a:r>
          </a:p>
          <a:p>
            <a:pPr algn="ctr">
              <a:spcAft>
                <a:spcPts val="1200"/>
              </a:spcAft>
            </a:pPr>
            <a:r>
              <a:rPr lang="en-US" sz="2000" dirty="0">
                <a:solidFill>
                  <a:srgbClr val="FF0000"/>
                </a:solidFill>
              </a:rPr>
              <a:t>(Note: if there are three topics, choose the two topics 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that you think are most suitable for their level.)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0D310-3EB1-ED56-A813-D38E12CEB087}"/>
              </a:ext>
            </a:extLst>
          </p:cNvPr>
          <p:cNvSpPr txBox="1"/>
          <p:nvPr/>
        </p:nvSpPr>
        <p:spPr>
          <a:xfrm>
            <a:off x="966338" y="150038"/>
            <a:ext cx="2981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2B2E5F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Topic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AE6DDC-790B-1A87-CA6B-068705B0881B}"/>
              </a:ext>
            </a:extLst>
          </p:cNvPr>
          <p:cNvSpPr txBox="1"/>
          <p:nvPr/>
        </p:nvSpPr>
        <p:spPr>
          <a:xfrm>
            <a:off x="5196338" y="150038"/>
            <a:ext cx="2981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2B2E5F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Topic 2</a:t>
            </a:r>
          </a:p>
        </p:txBody>
      </p:sp>
    </p:spTree>
    <p:extLst>
      <p:ext uri="{BB962C8B-B14F-4D97-AF65-F5344CB8AC3E}">
        <p14:creationId xmlns:p14="http://schemas.microsoft.com/office/powerpoint/2010/main" val="1088804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EE49D-B251-BA12-04CA-48A581C1D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2F7A08C-2749-5762-D759-214CFAC8B4EA}"/>
              </a:ext>
            </a:extLst>
          </p:cNvPr>
          <p:cNvSpPr/>
          <p:nvPr/>
        </p:nvSpPr>
        <p:spPr>
          <a:xfrm>
            <a:off x="342000" y="359999"/>
            <a:ext cx="8460000" cy="576000"/>
          </a:xfrm>
          <a:prstGeom prst="roundRect">
            <a:avLst>
              <a:gd name="adj" fmla="val 40855"/>
            </a:avLst>
          </a:prstGeom>
          <a:solidFill>
            <a:schemeClr val="accent6"/>
          </a:solidFill>
          <a:ln>
            <a:solidFill>
              <a:srgbClr val="2B2E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2DF33DC-1622-43CC-E29A-DCEE4DF2902D}"/>
              </a:ext>
            </a:extLst>
          </p:cNvPr>
          <p:cNvSpPr/>
          <p:nvPr/>
        </p:nvSpPr>
        <p:spPr>
          <a:xfrm>
            <a:off x="3222000" y="360000"/>
            <a:ext cx="2700000" cy="180000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32BB14-79F2-509D-3B12-8BB532A1E911}"/>
              </a:ext>
            </a:extLst>
          </p:cNvPr>
          <p:cNvSpPr/>
          <p:nvPr/>
        </p:nvSpPr>
        <p:spPr>
          <a:xfrm>
            <a:off x="3222000" y="180000"/>
            <a:ext cx="270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431C82-B34C-AE2E-1DF1-84724B79E88E}"/>
              </a:ext>
            </a:extLst>
          </p:cNvPr>
          <p:cNvSpPr txBox="1"/>
          <p:nvPr/>
        </p:nvSpPr>
        <p:spPr>
          <a:xfrm>
            <a:off x="3402000" y="216000"/>
            <a:ext cx="2340000" cy="28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Thesis Statement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D3728B-DF3B-2942-23D6-D03954914506}"/>
              </a:ext>
            </a:extLst>
          </p:cNvPr>
          <p:cNvGrpSpPr/>
          <p:nvPr/>
        </p:nvGrpSpPr>
        <p:grpSpPr>
          <a:xfrm>
            <a:off x="342000" y="180000"/>
            <a:ext cx="360000" cy="360000"/>
            <a:chOff x="342000" y="216000"/>
            <a:chExt cx="360000" cy="3600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D5B844C-FC38-492B-93CF-8690D203E17A}"/>
                </a:ext>
              </a:extLst>
            </p:cNvPr>
            <p:cNvSpPr/>
            <p:nvPr/>
          </p:nvSpPr>
          <p:spPr>
            <a:xfrm>
              <a:off x="342000" y="216000"/>
              <a:ext cx="360000" cy="3600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solidFill>
                <a:srgbClr val="2B2E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8001154-A994-F7DC-8E9F-57D2EA723076}"/>
                </a:ext>
              </a:extLst>
            </p:cNvPr>
            <p:cNvSpPr txBox="1"/>
            <p:nvPr/>
          </p:nvSpPr>
          <p:spPr>
            <a:xfrm>
              <a:off x="378000" y="288000"/>
              <a:ext cx="288000" cy="252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chemeClr val="tx2"/>
                  </a:solidFill>
                  <a:latin typeface="Secular One" panose="00000500000000000000" pitchFamily="2" charset="-79"/>
                  <a:cs typeface="Secular One" panose="00000500000000000000" pitchFamily="2" charset="-79"/>
                </a:rPr>
                <a:t>1</a:t>
              </a:r>
            </a:p>
          </p:txBody>
        </p:sp>
      </p:grp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6AA95CE2-BD10-3254-37E5-200F4BFE61B2}"/>
              </a:ext>
            </a:extLst>
          </p:cNvPr>
          <p:cNvSpPr/>
          <p:nvPr/>
        </p:nvSpPr>
        <p:spPr>
          <a:xfrm>
            <a:off x="342000" y="2340000"/>
            <a:ext cx="4068000" cy="2520000"/>
          </a:xfrm>
          <a:prstGeom prst="roundRect">
            <a:avLst>
              <a:gd name="adj" fmla="val 9758"/>
            </a:avLst>
          </a:prstGeom>
          <a:solidFill>
            <a:schemeClr val="accent6"/>
          </a:solidFill>
          <a:ln>
            <a:solidFill>
              <a:srgbClr val="2B2E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3BEEFC4-7E14-0C6E-6268-7C9648BF6A0D}"/>
              </a:ext>
            </a:extLst>
          </p:cNvPr>
          <p:cNvGrpSpPr/>
          <p:nvPr/>
        </p:nvGrpSpPr>
        <p:grpSpPr>
          <a:xfrm>
            <a:off x="342000" y="2160001"/>
            <a:ext cx="360000" cy="360000"/>
            <a:chOff x="342000" y="216000"/>
            <a:chExt cx="360000" cy="360000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C7816768-56A2-D4C5-88A9-92002F1B02D4}"/>
                </a:ext>
              </a:extLst>
            </p:cNvPr>
            <p:cNvSpPr/>
            <p:nvPr/>
          </p:nvSpPr>
          <p:spPr>
            <a:xfrm>
              <a:off x="342000" y="216000"/>
              <a:ext cx="360000" cy="3600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solidFill>
                <a:srgbClr val="2B2E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F600AB6-A28D-E0DE-EA11-29AAE507976E}"/>
                </a:ext>
              </a:extLst>
            </p:cNvPr>
            <p:cNvSpPr txBox="1"/>
            <p:nvPr/>
          </p:nvSpPr>
          <p:spPr>
            <a:xfrm>
              <a:off x="378000" y="288000"/>
              <a:ext cx="288000" cy="252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rgbClr val="92D050"/>
                  </a:solidFill>
                  <a:latin typeface="Secular One" panose="00000500000000000000" pitchFamily="2" charset="-79"/>
                  <a:cs typeface="Secular One" panose="00000500000000000000" pitchFamily="2" charset="-79"/>
                </a:rPr>
                <a:t>3</a:t>
              </a:r>
            </a:p>
          </p:txBody>
        </p:sp>
      </p:grp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B24C8CBB-EDB7-CA2B-5D42-7FB0418C79EA}"/>
              </a:ext>
            </a:extLst>
          </p:cNvPr>
          <p:cNvSpPr/>
          <p:nvPr/>
        </p:nvSpPr>
        <p:spPr>
          <a:xfrm>
            <a:off x="1638000" y="2340001"/>
            <a:ext cx="1476000" cy="180000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01AF043-DCC5-67C2-FA80-504772DA8968}"/>
              </a:ext>
            </a:extLst>
          </p:cNvPr>
          <p:cNvSpPr/>
          <p:nvPr/>
        </p:nvSpPr>
        <p:spPr>
          <a:xfrm>
            <a:off x="1638000" y="2160001"/>
            <a:ext cx="1476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03A441-660C-37E2-5756-815EE3DFD436}"/>
              </a:ext>
            </a:extLst>
          </p:cNvPr>
          <p:cNvSpPr txBox="1"/>
          <p:nvPr/>
        </p:nvSpPr>
        <p:spPr>
          <a:xfrm>
            <a:off x="1818000" y="2196001"/>
            <a:ext cx="1116000" cy="28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dirty="0">
                <a:solidFill>
                  <a:srgbClr val="92D050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Details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506710F3-A23B-A791-838E-20AFC3F795C0}"/>
              </a:ext>
            </a:extLst>
          </p:cNvPr>
          <p:cNvSpPr/>
          <p:nvPr/>
        </p:nvSpPr>
        <p:spPr>
          <a:xfrm>
            <a:off x="4734000" y="2340000"/>
            <a:ext cx="4068000" cy="2520000"/>
          </a:xfrm>
          <a:prstGeom prst="roundRect">
            <a:avLst>
              <a:gd name="adj" fmla="val 9758"/>
            </a:avLst>
          </a:prstGeom>
          <a:solidFill>
            <a:schemeClr val="accent6"/>
          </a:solidFill>
          <a:ln>
            <a:solidFill>
              <a:srgbClr val="2B2E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7ADA75A-DF5A-0C28-FB1F-DD0B1F7D2383}"/>
              </a:ext>
            </a:extLst>
          </p:cNvPr>
          <p:cNvGrpSpPr/>
          <p:nvPr/>
        </p:nvGrpSpPr>
        <p:grpSpPr>
          <a:xfrm>
            <a:off x="4734000" y="2160001"/>
            <a:ext cx="360000" cy="360000"/>
            <a:chOff x="342000" y="216000"/>
            <a:chExt cx="360000" cy="360000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1B04EA85-2347-5B9B-6C83-E286D944FBFB}"/>
                </a:ext>
              </a:extLst>
            </p:cNvPr>
            <p:cNvSpPr/>
            <p:nvPr/>
          </p:nvSpPr>
          <p:spPr>
            <a:xfrm>
              <a:off x="342000" y="216000"/>
              <a:ext cx="360000" cy="3600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solidFill>
                <a:srgbClr val="2B2E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7AC9693-F9CC-7D3E-74D9-F6979F64B923}"/>
                </a:ext>
              </a:extLst>
            </p:cNvPr>
            <p:cNvSpPr txBox="1"/>
            <p:nvPr/>
          </p:nvSpPr>
          <p:spPr>
            <a:xfrm>
              <a:off x="378000" y="288000"/>
              <a:ext cx="288000" cy="252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rgbClr val="F09268"/>
                  </a:solidFill>
                  <a:latin typeface="Secular One" panose="00000500000000000000" pitchFamily="2" charset="-79"/>
                  <a:cs typeface="Secular One" panose="00000500000000000000" pitchFamily="2" charset="-79"/>
                </a:rPr>
                <a:t>5</a:t>
              </a:r>
            </a:p>
          </p:txBody>
        </p:sp>
      </p:grp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8D5FECC6-ADF9-C1A9-59AD-031CCE8710C5}"/>
              </a:ext>
            </a:extLst>
          </p:cNvPr>
          <p:cNvSpPr/>
          <p:nvPr/>
        </p:nvSpPr>
        <p:spPr>
          <a:xfrm>
            <a:off x="6030000" y="2340001"/>
            <a:ext cx="1476000" cy="180000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4D4CD29-BC3B-4D30-E198-7B10F6D2EA83}"/>
              </a:ext>
            </a:extLst>
          </p:cNvPr>
          <p:cNvSpPr/>
          <p:nvPr/>
        </p:nvSpPr>
        <p:spPr>
          <a:xfrm>
            <a:off x="6030000" y="2160001"/>
            <a:ext cx="1476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12EF7DC-127A-14D3-6963-3D83A042E11B}"/>
              </a:ext>
            </a:extLst>
          </p:cNvPr>
          <p:cNvSpPr txBox="1"/>
          <p:nvPr/>
        </p:nvSpPr>
        <p:spPr>
          <a:xfrm>
            <a:off x="6210000" y="2196001"/>
            <a:ext cx="1116000" cy="28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dirty="0">
                <a:solidFill>
                  <a:srgbClr val="F09268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Details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D526266-1D2D-10DB-9978-55433C6340C9}"/>
              </a:ext>
            </a:extLst>
          </p:cNvPr>
          <p:cNvCxnSpPr>
            <a:cxnSpLocks/>
          </p:cNvCxnSpPr>
          <p:nvPr/>
        </p:nvCxnSpPr>
        <p:spPr>
          <a:xfrm>
            <a:off x="2376000" y="1908000"/>
            <a:ext cx="0" cy="216000"/>
          </a:xfrm>
          <a:prstGeom prst="straightConnector1">
            <a:avLst/>
          </a:prstGeom>
          <a:ln w="38100">
            <a:solidFill>
              <a:srgbClr val="2B2E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2EA0684-6783-14AB-DE7F-FE5BD6F25437}"/>
              </a:ext>
            </a:extLst>
          </p:cNvPr>
          <p:cNvCxnSpPr>
            <a:cxnSpLocks/>
          </p:cNvCxnSpPr>
          <p:nvPr/>
        </p:nvCxnSpPr>
        <p:spPr>
          <a:xfrm>
            <a:off x="6768000" y="1908000"/>
            <a:ext cx="0" cy="216000"/>
          </a:xfrm>
          <a:prstGeom prst="straightConnector1">
            <a:avLst/>
          </a:prstGeom>
          <a:ln w="38100">
            <a:solidFill>
              <a:srgbClr val="2B2E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7BA87E-9318-EF31-7554-519E8A3A9022}"/>
              </a:ext>
            </a:extLst>
          </p:cNvPr>
          <p:cNvSpPr/>
          <p:nvPr/>
        </p:nvSpPr>
        <p:spPr>
          <a:xfrm>
            <a:off x="342000" y="1332000"/>
            <a:ext cx="4068000" cy="576000"/>
          </a:xfrm>
          <a:prstGeom prst="roundRect">
            <a:avLst>
              <a:gd name="adj" fmla="val 40855"/>
            </a:avLst>
          </a:prstGeom>
          <a:solidFill>
            <a:schemeClr val="accent6"/>
          </a:solidFill>
          <a:ln>
            <a:solidFill>
              <a:srgbClr val="2B2E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9845AD-A75E-DE09-D6FB-827F69C38FC8}"/>
              </a:ext>
            </a:extLst>
          </p:cNvPr>
          <p:cNvGrpSpPr/>
          <p:nvPr/>
        </p:nvGrpSpPr>
        <p:grpSpPr>
          <a:xfrm>
            <a:off x="342000" y="1152001"/>
            <a:ext cx="360000" cy="360000"/>
            <a:chOff x="342000" y="216000"/>
            <a:chExt cx="360000" cy="3600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DF20FA0-330D-9534-7423-9848B6A2D358}"/>
                </a:ext>
              </a:extLst>
            </p:cNvPr>
            <p:cNvSpPr/>
            <p:nvPr/>
          </p:nvSpPr>
          <p:spPr>
            <a:xfrm>
              <a:off x="342000" y="216000"/>
              <a:ext cx="360000" cy="3600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solidFill>
                <a:srgbClr val="2B2E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F3B2DC-9BC1-1AFF-3CC6-A0B22D2E02E5}"/>
                </a:ext>
              </a:extLst>
            </p:cNvPr>
            <p:cNvSpPr txBox="1"/>
            <p:nvPr/>
          </p:nvSpPr>
          <p:spPr>
            <a:xfrm>
              <a:off x="378000" y="288000"/>
              <a:ext cx="288000" cy="252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rgbClr val="92D050"/>
                  </a:solidFill>
                  <a:latin typeface="Secular One" panose="00000500000000000000" pitchFamily="2" charset="-79"/>
                  <a:cs typeface="Secular One" panose="00000500000000000000" pitchFamily="2" charset="-79"/>
                </a:rPr>
                <a:t>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97B27B4-8ACE-2B68-AC32-182CCF6112CB}"/>
              </a:ext>
            </a:extLst>
          </p:cNvPr>
          <p:cNvGrpSpPr/>
          <p:nvPr/>
        </p:nvGrpSpPr>
        <p:grpSpPr>
          <a:xfrm>
            <a:off x="1746000" y="1152001"/>
            <a:ext cx="1260000" cy="360000"/>
            <a:chOff x="1746000" y="1152000"/>
            <a:chExt cx="1260000" cy="36000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9DC1CC2-E907-937E-C3AD-13250FE2C165}"/>
                </a:ext>
              </a:extLst>
            </p:cNvPr>
            <p:cNvSpPr/>
            <p:nvPr/>
          </p:nvSpPr>
          <p:spPr>
            <a:xfrm>
              <a:off x="1746000" y="1332000"/>
              <a:ext cx="1260000" cy="180000"/>
            </a:xfrm>
            <a:prstGeom prst="roundRect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0035590-2373-3DA4-BA93-C0D2519AD365}"/>
                </a:ext>
              </a:extLst>
            </p:cNvPr>
            <p:cNvSpPr/>
            <p:nvPr/>
          </p:nvSpPr>
          <p:spPr>
            <a:xfrm>
              <a:off x="1746000" y="1152000"/>
              <a:ext cx="1260000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720B917-2A5C-D7EF-0600-9F3A3C8DB362}"/>
                </a:ext>
              </a:extLst>
            </p:cNvPr>
            <p:cNvSpPr txBox="1"/>
            <p:nvPr/>
          </p:nvSpPr>
          <p:spPr>
            <a:xfrm>
              <a:off x="1926000" y="1188000"/>
              <a:ext cx="900000" cy="28800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rgbClr val="92D050"/>
                  </a:solidFill>
                  <a:effectLst>
                    <a:outerShdw dist="63500" dir="2700000" algn="tl" rotWithShape="0">
                      <a:prstClr val="black">
                        <a:alpha val="15000"/>
                      </a:prstClr>
                    </a:outerShdw>
                  </a:effectLst>
                  <a:latin typeface="Secular One" panose="00000500000000000000" pitchFamily="2" charset="-79"/>
                  <a:cs typeface="Secular One" panose="00000500000000000000" pitchFamily="2" charset="-79"/>
                </a:rPr>
                <a:t>Idea 1</a:t>
              </a:r>
            </a:p>
          </p:txBody>
        </p:sp>
      </p:grp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35617C6-B397-B1B3-E78F-9E0961571BB0}"/>
              </a:ext>
            </a:extLst>
          </p:cNvPr>
          <p:cNvCxnSpPr>
            <a:cxnSpLocks/>
          </p:cNvCxnSpPr>
          <p:nvPr/>
        </p:nvCxnSpPr>
        <p:spPr>
          <a:xfrm>
            <a:off x="2376000" y="936000"/>
            <a:ext cx="0" cy="216000"/>
          </a:xfrm>
          <a:prstGeom prst="straightConnector1">
            <a:avLst/>
          </a:prstGeom>
          <a:ln w="38100">
            <a:solidFill>
              <a:srgbClr val="2B2E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9A284F32-4407-DC5E-B9A5-54C6DAF2F13C}"/>
              </a:ext>
            </a:extLst>
          </p:cNvPr>
          <p:cNvSpPr/>
          <p:nvPr/>
        </p:nvSpPr>
        <p:spPr>
          <a:xfrm>
            <a:off x="4734000" y="1332000"/>
            <a:ext cx="4068000" cy="576000"/>
          </a:xfrm>
          <a:prstGeom prst="roundRect">
            <a:avLst>
              <a:gd name="adj" fmla="val 35067"/>
            </a:avLst>
          </a:prstGeom>
          <a:solidFill>
            <a:schemeClr val="accent6"/>
          </a:solidFill>
          <a:ln>
            <a:solidFill>
              <a:srgbClr val="2B2E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B1295ADE-9A3A-9D46-7485-FC246CC5B962}"/>
              </a:ext>
            </a:extLst>
          </p:cNvPr>
          <p:cNvGrpSpPr/>
          <p:nvPr/>
        </p:nvGrpSpPr>
        <p:grpSpPr>
          <a:xfrm>
            <a:off x="4734000" y="1152001"/>
            <a:ext cx="360000" cy="360000"/>
            <a:chOff x="342000" y="216000"/>
            <a:chExt cx="360000" cy="360000"/>
          </a:xfrm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E6B9FDB1-CE57-D0EB-6359-1A3B308DBF43}"/>
                </a:ext>
              </a:extLst>
            </p:cNvPr>
            <p:cNvSpPr/>
            <p:nvPr/>
          </p:nvSpPr>
          <p:spPr>
            <a:xfrm>
              <a:off x="342000" y="216000"/>
              <a:ext cx="360000" cy="3600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solidFill>
                <a:srgbClr val="2B2E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6D38644-6822-F381-7BBF-39625F225C21}"/>
                </a:ext>
              </a:extLst>
            </p:cNvPr>
            <p:cNvSpPr txBox="1"/>
            <p:nvPr/>
          </p:nvSpPr>
          <p:spPr>
            <a:xfrm>
              <a:off x="378000" y="288000"/>
              <a:ext cx="288000" cy="25200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sz="2000" dirty="0">
                  <a:solidFill>
                    <a:srgbClr val="F09268"/>
                  </a:solidFill>
                  <a:latin typeface="Secular One" panose="00000500000000000000" pitchFamily="2" charset="-79"/>
                  <a:cs typeface="Secular One" panose="00000500000000000000" pitchFamily="2" charset="-79"/>
                </a:rPr>
                <a:t>4</a:t>
              </a:r>
            </a:p>
          </p:txBody>
        </p:sp>
      </p:grp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A675A590-80B0-B1FE-9453-CC02EA7B21D7}"/>
              </a:ext>
            </a:extLst>
          </p:cNvPr>
          <p:cNvSpPr/>
          <p:nvPr/>
        </p:nvSpPr>
        <p:spPr>
          <a:xfrm>
            <a:off x="6138000" y="1332001"/>
            <a:ext cx="1260000" cy="180000"/>
          </a:xfrm>
          <a:prstGeom prst="roundRect">
            <a:avLst>
              <a:gd name="adj" fmla="val 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9C2AB58-0DCE-55C9-D758-A5C4F10CE03B}"/>
              </a:ext>
            </a:extLst>
          </p:cNvPr>
          <p:cNvSpPr/>
          <p:nvPr/>
        </p:nvSpPr>
        <p:spPr>
          <a:xfrm>
            <a:off x="6138000" y="1152001"/>
            <a:ext cx="126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880C973-1E6C-A45C-4922-D6C9789144ED}"/>
              </a:ext>
            </a:extLst>
          </p:cNvPr>
          <p:cNvSpPr txBox="1"/>
          <p:nvPr/>
        </p:nvSpPr>
        <p:spPr>
          <a:xfrm>
            <a:off x="6318000" y="1188001"/>
            <a:ext cx="900000" cy="288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dirty="0">
                <a:solidFill>
                  <a:srgbClr val="ED7F4D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Idea 2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C8F09CB-04BD-A2D3-D746-9165EF72912D}"/>
              </a:ext>
            </a:extLst>
          </p:cNvPr>
          <p:cNvCxnSpPr>
            <a:cxnSpLocks/>
          </p:cNvCxnSpPr>
          <p:nvPr/>
        </p:nvCxnSpPr>
        <p:spPr>
          <a:xfrm>
            <a:off x="6768000" y="936000"/>
            <a:ext cx="0" cy="216000"/>
          </a:xfrm>
          <a:prstGeom prst="straightConnector1">
            <a:avLst/>
          </a:prstGeom>
          <a:ln w="38100">
            <a:solidFill>
              <a:srgbClr val="2B2E5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8794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>
          <a:extLst>
            <a:ext uri="{FF2B5EF4-FFF2-40B4-BE49-F238E27FC236}">
              <a16:creationId xmlns:a16="http://schemas.microsoft.com/office/drawing/2014/main" id="{2C6A1C2A-DDC8-5DD9-17B6-EB28A922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5">
            <a:extLst>
              <a:ext uri="{FF2B5EF4-FFF2-40B4-BE49-F238E27FC236}">
                <a16:creationId xmlns:a16="http://schemas.microsoft.com/office/drawing/2014/main" id="{5B9DFDD1-64BF-0DF4-82F8-D4ACFE1D070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828151" y="1045580"/>
            <a:ext cx="5964324" cy="305234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 dirty="0">
                <a:solidFill>
                  <a:srgbClr val="2B2E5F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</a:rPr>
              <a:t>Essay </a:t>
            </a:r>
            <a:r>
              <a:rPr lang="en" sz="8000" dirty="0">
                <a:solidFill>
                  <a:srgbClr val="2B2E5F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</a:rPr>
              <a:t>Writing</a:t>
            </a:r>
            <a:endParaRPr sz="8800" dirty="0">
              <a:solidFill>
                <a:srgbClr val="2B2E5F"/>
              </a:solidFill>
              <a:effectLst>
                <a:outerShdw dist="63500" dir="2700000" algn="tl" rotWithShape="0">
                  <a:prstClr val="black">
                    <a:alpha val="15000"/>
                  </a:prstClr>
                </a:outerShdw>
              </a:effectLst>
            </a:endParaRPr>
          </a:p>
        </p:txBody>
      </p:sp>
      <p:grpSp>
        <p:nvGrpSpPr>
          <p:cNvPr id="10" name="Google Shape;783;p33">
            <a:extLst>
              <a:ext uri="{FF2B5EF4-FFF2-40B4-BE49-F238E27FC236}">
                <a16:creationId xmlns:a16="http://schemas.microsoft.com/office/drawing/2014/main" id="{0D842870-1DCB-819E-BE31-5860C16E2D21}"/>
              </a:ext>
            </a:extLst>
          </p:cNvPr>
          <p:cNvGrpSpPr/>
          <p:nvPr/>
        </p:nvGrpSpPr>
        <p:grpSpPr>
          <a:xfrm>
            <a:off x="1121271" y="531320"/>
            <a:ext cx="1229262" cy="3483044"/>
            <a:chOff x="6905619" y="818344"/>
            <a:chExt cx="1280216" cy="3627419"/>
          </a:xfrm>
        </p:grpSpPr>
        <p:sp>
          <p:nvSpPr>
            <p:cNvPr id="11" name="Google Shape;784;p33">
              <a:extLst>
                <a:ext uri="{FF2B5EF4-FFF2-40B4-BE49-F238E27FC236}">
                  <a16:creationId xmlns:a16="http://schemas.microsoft.com/office/drawing/2014/main" id="{0722BCD1-7763-1FDB-CB9E-250E7371EE9F}"/>
                </a:ext>
              </a:extLst>
            </p:cNvPr>
            <p:cNvSpPr/>
            <p:nvPr/>
          </p:nvSpPr>
          <p:spPr>
            <a:xfrm>
              <a:off x="6905619" y="4137203"/>
              <a:ext cx="1280216" cy="308561"/>
            </a:xfrm>
            <a:custGeom>
              <a:avLst/>
              <a:gdLst/>
              <a:ahLst/>
              <a:cxnLst/>
              <a:rect l="l" t="t" r="r" b="b"/>
              <a:pathLst>
                <a:path w="19994" h="4819" extrusionOk="0">
                  <a:moveTo>
                    <a:pt x="9997" y="1"/>
                  </a:moveTo>
                  <a:cubicBezTo>
                    <a:pt x="7346" y="1"/>
                    <a:pt x="4804" y="254"/>
                    <a:pt x="2928" y="706"/>
                  </a:cubicBezTo>
                  <a:cubicBezTo>
                    <a:pt x="1054" y="1158"/>
                    <a:pt x="1" y="1771"/>
                    <a:pt x="1" y="2409"/>
                  </a:cubicBezTo>
                  <a:cubicBezTo>
                    <a:pt x="1" y="3048"/>
                    <a:pt x="1054" y="3660"/>
                    <a:pt x="2928" y="4113"/>
                  </a:cubicBezTo>
                  <a:cubicBezTo>
                    <a:pt x="4804" y="4565"/>
                    <a:pt x="7346" y="4819"/>
                    <a:pt x="9997" y="4819"/>
                  </a:cubicBezTo>
                  <a:cubicBezTo>
                    <a:pt x="12648" y="4819"/>
                    <a:pt x="15190" y="4565"/>
                    <a:pt x="17065" y="4113"/>
                  </a:cubicBezTo>
                  <a:cubicBezTo>
                    <a:pt x="18939" y="3660"/>
                    <a:pt x="19993" y="3048"/>
                    <a:pt x="19993" y="2409"/>
                  </a:cubicBezTo>
                  <a:cubicBezTo>
                    <a:pt x="19993" y="1771"/>
                    <a:pt x="18939" y="1158"/>
                    <a:pt x="17065" y="706"/>
                  </a:cubicBezTo>
                  <a:cubicBezTo>
                    <a:pt x="15190" y="254"/>
                    <a:pt x="12648" y="1"/>
                    <a:pt x="9997" y="1"/>
                  </a:cubicBezTo>
                  <a:close/>
                </a:path>
              </a:pathLst>
            </a:custGeom>
            <a:solidFill>
              <a:srgbClr val="2B2E5F">
                <a:alpha val="147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785;p33">
              <a:extLst>
                <a:ext uri="{FF2B5EF4-FFF2-40B4-BE49-F238E27FC236}">
                  <a16:creationId xmlns:a16="http://schemas.microsoft.com/office/drawing/2014/main" id="{BF3E5AB5-533D-2A16-5D45-D7E5872525DA}"/>
                </a:ext>
              </a:extLst>
            </p:cNvPr>
            <p:cNvSpPr/>
            <p:nvPr/>
          </p:nvSpPr>
          <p:spPr>
            <a:xfrm>
              <a:off x="7028366" y="1563858"/>
              <a:ext cx="484579" cy="1509059"/>
            </a:xfrm>
            <a:custGeom>
              <a:avLst/>
              <a:gdLst/>
              <a:ahLst/>
              <a:cxnLst/>
              <a:rect l="l" t="t" r="r" b="b"/>
              <a:pathLst>
                <a:path w="7568" h="23568" extrusionOk="0">
                  <a:moveTo>
                    <a:pt x="1312" y="0"/>
                  </a:moveTo>
                  <a:cubicBezTo>
                    <a:pt x="783" y="1628"/>
                    <a:pt x="364" y="3364"/>
                    <a:pt x="146" y="5167"/>
                  </a:cubicBezTo>
                  <a:cubicBezTo>
                    <a:pt x="1" y="6360"/>
                    <a:pt x="408" y="7552"/>
                    <a:pt x="1267" y="8392"/>
                  </a:cubicBezTo>
                  <a:lnTo>
                    <a:pt x="5448" y="12480"/>
                  </a:lnTo>
                  <a:lnTo>
                    <a:pt x="5448" y="12480"/>
                  </a:lnTo>
                  <a:lnTo>
                    <a:pt x="36" y="9402"/>
                  </a:lnTo>
                  <a:lnTo>
                    <a:pt x="36" y="9424"/>
                  </a:lnTo>
                  <a:cubicBezTo>
                    <a:pt x="53" y="9805"/>
                    <a:pt x="93" y="10184"/>
                    <a:pt x="155" y="10559"/>
                  </a:cubicBezTo>
                  <a:cubicBezTo>
                    <a:pt x="157" y="10568"/>
                    <a:pt x="158" y="10577"/>
                    <a:pt x="159" y="10586"/>
                  </a:cubicBezTo>
                  <a:cubicBezTo>
                    <a:pt x="441" y="12306"/>
                    <a:pt x="1387" y="15663"/>
                    <a:pt x="4528" y="18913"/>
                  </a:cubicBezTo>
                  <a:cubicBezTo>
                    <a:pt x="4528" y="18913"/>
                    <a:pt x="6150" y="20459"/>
                    <a:pt x="6582" y="22762"/>
                  </a:cubicBezTo>
                  <a:cubicBezTo>
                    <a:pt x="6632" y="23027"/>
                    <a:pt x="6665" y="23297"/>
                    <a:pt x="6680" y="23567"/>
                  </a:cubicBezTo>
                  <a:lnTo>
                    <a:pt x="7448" y="23567"/>
                  </a:lnTo>
                  <a:lnTo>
                    <a:pt x="7567" y="8041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786;p33">
              <a:extLst>
                <a:ext uri="{FF2B5EF4-FFF2-40B4-BE49-F238E27FC236}">
                  <a16:creationId xmlns:a16="http://schemas.microsoft.com/office/drawing/2014/main" id="{D2CA8221-623E-8858-008F-BE90CB5E53A5}"/>
                </a:ext>
              </a:extLst>
            </p:cNvPr>
            <p:cNvSpPr/>
            <p:nvPr/>
          </p:nvSpPr>
          <p:spPr>
            <a:xfrm>
              <a:off x="7569173" y="818473"/>
              <a:ext cx="466010" cy="1314536"/>
            </a:xfrm>
            <a:custGeom>
              <a:avLst/>
              <a:gdLst/>
              <a:ahLst/>
              <a:cxnLst/>
              <a:rect l="l" t="t" r="r" b="b"/>
              <a:pathLst>
                <a:path w="7278" h="20530" extrusionOk="0">
                  <a:moveTo>
                    <a:pt x="0" y="1"/>
                  </a:moveTo>
                  <a:lnTo>
                    <a:pt x="157" y="20529"/>
                  </a:lnTo>
                  <a:lnTo>
                    <a:pt x="7278" y="15009"/>
                  </a:lnTo>
                  <a:cubicBezTo>
                    <a:pt x="7053" y="13854"/>
                    <a:pt x="6752" y="12714"/>
                    <a:pt x="6380" y="11598"/>
                  </a:cubicBezTo>
                  <a:lnTo>
                    <a:pt x="2266" y="15009"/>
                  </a:lnTo>
                  <a:lnTo>
                    <a:pt x="5639" y="9559"/>
                  </a:lnTo>
                  <a:cubicBezTo>
                    <a:pt x="5342" y="8830"/>
                    <a:pt x="5023" y="8127"/>
                    <a:pt x="4699" y="7456"/>
                  </a:cubicBezTo>
                  <a:lnTo>
                    <a:pt x="2330" y="11094"/>
                  </a:lnTo>
                  <a:lnTo>
                    <a:pt x="3638" y="8153"/>
                  </a:lnTo>
                  <a:cubicBezTo>
                    <a:pt x="4071" y="7181"/>
                    <a:pt x="4009" y="6061"/>
                    <a:pt x="3484" y="5135"/>
                  </a:cubicBezTo>
                  <a:cubicBezTo>
                    <a:pt x="1688" y="1973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787;p33">
              <a:extLst>
                <a:ext uri="{FF2B5EF4-FFF2-40B4-BE49-F238E27FC236}">
                  <a16:creationId xmlns:a16="http://schemas.microsoft.com/office/drawing/2014/main" id="{4A2BB2D4-5501-912C-A399-2505A383948A}"/>
                </a:ext>
              </a:extLst>
            </p:cNvPr>
            <p:cNvSpPr/>
            <p:nvPr/>
          </p:nvSpPr>
          <p:spPr>
            <a:xfrm>
              <a:off x="7130560" y="818344"/>
              <a:ext cx="391607" cy="1180201"/>
            </a:xfrm>
            <a:custGeom>
              <a:avLst/>
              <a:gdLst/>
              <a:ahLst/>
              <a:cxnLst/>
              <a:rect l="l" t="t" r="r" b="b"/>
              <a:pathLst>
                <a:path w="6116" h="18432" extrusionOk="0">
                  <a:moveTo>
                    <a:pt x="6115" y="1"/>
                  </a:moveTo>
                  <a:cubicBezTo>
                    <a:pt x="6115" y="1"/>
                    <a:pt x="4432" y="1974"/>
                    <a:pt x="2633" y="5141"/>
                  </a:cubicBezTo>
                  <a:cubicBezTo>
                    <a:pt x="2107" y="6066"/>
                    <a:pt x="2046" y="7186"/>
                    <a:pt x="2478" y="8158"/>
                  </a:cubicBezTo>
                  <a:lnTo>
                    <a:pt x="3786" y="11096"/>
                  </a:lnTo>
                  <a:lnTo>
                    <a:pt x="1415" y="7458"/>
                  </a:lnTo>
                  <a:cubicBezTo>
                    <a:pt x="1092" y="8130"/>
                    <a:pt x="390" y="9623"/>
                    <a:pt x="1" y="10711"/>
                  </a:cubicBezTo>
                  <a:lnTo>
                    <a:pt x="5979" y="18431"/>
                  </a:lnTo>
                  <a:lnTo>
                    <a:pt x="6115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788;p33">
              <a:extLst>
                <a:ext uri="{FF2B5EF4-FFF2-40B4-BE49-F238E27FC236}">
                  <a16:creationId xmlns:a16="http://schemas.microsoft.com/office/drawing/2014/main" id="{7FDBE4B7-21AB-5BD1-D0CE-4F0093DA026C}"/>
                </a:ext>
              </a:extLst>
            </p:cNvPr>
            <p:cNvSpPr/>
            <p:nvPr/>
          </p:nvSpPr>
          <p:spPr>
            <a:xfrm>
              <a:off x="7579930" y="1837335"/>
              <a:ext cx="483426" cy="1235203"/>
            </a:xfrm>
            <a:custGeom>
              <a:avLst/>
              <a:gdLst/>
              <a:ahLst/>
              <a:cxnLst/>
              <a:rect l="l" t="t" r="r" b="b"/>
              <a:pathLst>
                <a:path w="7550" h="19291" extrusionOk="0">
                  <a:moveTo>
                    <a:pt x="7272" y="0"/>
                  </a:moveTo>
                  <a:lnTo>
                    <a:pt x="0" y="5634"/>
                  </a:lnTo>
                  <a:lnTo>
                    <a:pt x="97" y="19291"/>
                  </a:lnTo>
                  <a:lnTo>
                    <a:pt x="865" y="19291"/>
                  </a:lnTo>
                  <a:cubicBezTo>
                    <a:pt x="876" y="19021"/>
                    <a:pt x="913" y="18755"/>
                    <a:pt x="962" y="18491"/>
                  </a:cubicBezTo>
                  <a:lnTo>
                    <a:pt x="962" y="18485"/>
                  </a:lnTo>
                  <a:cubicBezTo>
                    <a:pt x="1394" y="16187"/>
                    <a:pt x="3017" y="14641"/>
                    <a:pt x="3017" y="14641"/>
                  </a:cubicBezTo>
                  <a:cubicBezTo>
                    <a:pt x="5374" y="12203"/>
                    <a:pt x="6494" y="9711"/>
                    <a:pt x="7023" y="7883"/>
                  </a:cubicBezTo>
                  <a:cubicBezTo>
                    <a:pt x="7172" y="7368"/>
                    <a:pt x="7291" y="6844"/>
                    <a:pt x="7379" y="6315"/>
                  </a:cubicBezTo>
                  <a:cubicBezTo>
                    <a:pt x="7385" y="6299"/>
                    <a:pt x="7391" y="6299"/>
                    <a:pt x="7391" y="6288"/>
                  </a:cubicBezTo>
                  <a:cubicBezTo>
                    <a:pt x="7493" y="5651"/>
                    <a:pt x="7504" y="5244"/>
                    <a:pt x="7510" y="5153"/>
                  </a:cubicBezTo>
                  <a:lnTo>
                    <a:pt x="7510" y="5137"/>
                  </a:lnTo>
                  <a:lnTo>
                    <a:pt x="2098" y="8208"/>
                  </a:lnTo>
                  <a:lnTo>
                    <a:pt x="6901" y="3513"/>
                  </a:lnTo>
                  <a:cubicBezTo>
                    <a:pt x="7322" y="3103"/>
                    <a:pt x="7550" y="2526"/>
                    <a:pt x="7500" y="1940"/>
                  </a:cubicBezTo>
                  <a:lnTo>
                    <a:pt x="7499" y="1931"/>
                  </a:lnTo>
                  <a:cubicBezTo>
                    <a:pt x="7483" y="1681"/>
                    <a:pt x="7456" y="1427"/>
                    <a:pt x="7428" y="1179"/>
                  </a:cubicBezTo>
                  <a:cubicBezTo>
                    <a:pt x="7412" y="1006"/>
                    <a:pt x="7391" y="833"/>
                    <a:pt x="7364" y="660"/>
                  </a:cubicBezTo>
                  <a:cubicBezTo>
                    <a:pt x="7342" y="481"/>
                    <a:pt x="7321" y="303"/>
                    <a:pt x="7288" y="125"/>
                  </a:cubicBezTo>
                  <a:cubicBezTo>
                    <a:pt x="7283" y="82"/>
                    <a:pt x="7277" y="38"/>
                    <a:pt x="7272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789;p33">
              <a:extLst>
                <a:ext uri="{FF2B5EF4-FFF2-40B4-BE49-F238E27FC236}">
                  <a16:creationId xmlns:a16="http://schemas.microsoft.com/office/drawing/2014/main" id="{B95246A5-8D61-9021-25D1-DEC29C59F0EB}"/>
                </a:ext>
              </a:extLst>
            </p:cNvPr>
            <p:cNvSpPr/>
            <p:nvPr/>
          </p:nvSpPr>
          <p:spPr>
            <a:xfrm>
              <a:off x="7133185" y="3072494"/>
              <a:ext cx="825091" cy="1219003"/>
            </a:xfrm>
            <a:custGeom>
              <a:avLst/>
              <a:gdLst/>
              <a:ahLst/>
              <a:cxnLst/>
              <a:rect l="l" t="t" r="r" b="b"/>
              <a:pathLst>
                <a:path w="12886" h="19038" extrusionOk="0">
                  <a:moveTo>
                    <a:pt x="2483" y="1"/>
                  </a:moveTo>
                  <a:cubicBezTo>
                    <a:pt x="2147" y="1"/>
                    <a:pt x="1875" y="273"/>
                    <a:pt x="1875" y="609"/>
                  </a:cubicBezTo>
                  <a:lnTo>
                    <a:pt x="1875" y="2688"/>
                  </a:lnTo>
                  <a:cubicBezTo>
                    <a:pt x="1875" y="3024"/>
                    <a:pt x="2147" y="3296"/>
                    <a:pt x="2483" y="3296"/>
                  </a:cubicBezTo>
                  <a:lnTo>
                    <a:pt x="3147" y="3296"/>
                  </a:lnTo>
                  <a:lnTo>
                    <a:pt x="3147" y="5395"/>
                  </a:lnTo>
                  <a:lnTo>
                    <a:pt x="230" y="10047"/>
                  </a:lnTo>
                  <a:cubicBezTo>
                    <a:pt x="1" y="10411"/>
                    <a:pt x="14" y="10877"/>
                    <a:pt x="264" y="11227"/>
                  </a:cubicBezTo>
                  <a:lnTo>
                    <a:pt x="5577" y="18703"/>
                  </a:lnTo>
                  <a:cubicBezTo>
                    <a:pt x="5677" y="18844"/>
                    <a:pt x="5811" y="18959"/>
                    <a:pt x="5966" y="19037"/>
                  </a:cubicBezTo>
                  <a:lnTo>
                    <a:pt x="5966" y="10806"/>
                  </a:lnTo>
                  <a:cubicBezTo>
                    <a:pt x="5588" y="10590"/>
                    <a:pt x="5402" y="10146"/>
                    <a:pt x="5514" y="9725"/>
                  </a:cubicBezTo>
                  <a:cubicBezTo>
                    <a:pt x="5625" y="9303"/>
                    <a:pt x="6007" y="9009"/>
                    <a:pt x="6443" y="9009"/>
                  </a:cubicBezTo>
                  <a:cubicBezTo>
                    <a:pt x="6880" y="9009"/>
                    <a:pt x="7261" y="9303"/>
                    <a:pt x="7372" y="9725"/>
                  </a:cubicBezTo>
                  <a:cubicBezTo>
                    <a:pt x="7484" y="10146"/>
                    <a:pt x="7298" y="10590"/>
                    <a:pt x="6919" y="10806"/>
                  </a:cubicBezTo>
                  <a:lnTo>
                    <a:pt x="6919" y="19037"/>
                  </a:lnTo>
                  <a:cubicBezTo>
                    <a:pt x="7075" y="18959"/>
                    <a:pt x="7209" y="18844"/>
                    <a:pt x="7308" y="18703"/>
                  </a:cubicBezTo>
                  <a:lnTo>
                    <a:pt x="12623" y="11227"/>
                  </a:lnTo>
                  <a:cubicBezTo>
                    <a:pt x="12872" y="10877"/>
                    <a:pt x="12885" y="10411"/>
                    <a:pt x="12657" y="10047"/>
                  </a:cubicBezTo>
                  <a:lnTo>
                    <a:pt x="9738" y="5395"/>
                  </a:lnTo>
                  <a:lnTo>
                    <a:pt x="9738" y="3296"/>
                  </a:lnTo>
                  <a:lnTo>
                    <a:pt x="10403" y="3296"/>
                  </a:lnTo>
                  <a:cubicBezTo>
                    <a:pt x="10739" y="3296"/>
                    <a:pt x="11011" y="3024"/>
                    <a:pt x="11011" y="2688"/>
                  </a:cubicBezTo>
                  <a:lnTo>
                    <a:pt x="11011" y="609"/>
                  </a:lnTo>
                  <a:cubicBezTo>
                    <a:pt x="11011" y="273"/>
                    <a:pt x="10739" y="1"/>
                    <a:pt x="10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442A21F-1A16-A681-CCD7-2DC1643F8D3E}"/>
              </a:ext>
            </a:extLst>
          </p:cNvPr>
          <p:cNvGrpSpPr/>
          <p:nvPr/>
        </p:nvGrpSpPr>
        <p:grpSpPr>
          <a:xfrm>
            <a:off x="8138058" y="4143209"/>
            <a:ext cx="889506" cy="889504"/>
            <a:chOff x="8135676" y="4136065"/>
            <a:chExt cx="889506" cy="889504"/>
          </a:xfrm>
        </p:grpSpPr>
        <p:sp>
          <p:nvSpPr>
            <p:cNvPr id="20" name="Google Shape;234;p10">
              <a:extLst>
                <a:ext uri="{FF2B5EF4-FFF2-40B4-BE49-F238E27FC236}">
                  <a16:creationId xmlns:a16="http://schemas.microsoft.com/office/drawing/2014/main" id="{025A38FC-BA4E-39B4-DEB7-BAE045D7A05D}"/>
                </a:ext>
              </a:extLst>
            </p:cNvPr>
            <p:cNvSpPr/>
            <p:nvPr/>
          </p:nvSpPr>
          <p:spPr>
            <a:xfrm>
              <a:off x="8135676" y="4136065"/>
              <a:ext cx="889506" cy="889504"/>
            </a:xfrm>
            <a:custGeom>
              <a:avLst/>
              <a:gdLst/>
              <a:ahLst/>
              <a:cxnLst/>
              <a:rect l="l" t="t" r="r" b="b"/>
              <a:pathLst>
                <a:path w="6008" h="6008" extrusionOk="0">
                  <a:moveTo>
                    <a:pt x="3005" y="1"/>
                  </a:moveTo>
                  <a:cubicBezTo>
                    <a:pt x="1346" y="1"/>
                    <a:pt x="1" y="1346"/>
                    <a:pt x="1" y="3005"/>
                  </a:cubicBezTo>
                  <a:cubicBezTo>
                    <a:pt x="1" y="4663"/>
                    <a:pt x="1346" y="6007"/>
                    <a:pt x="3005" y="6007"/>
                  </a:cubicBezTo>
                  <a:cubicBezTo>
                    <a:pt x="4663" y="6007"/>
                    <a:pt x="6008" y="4663"/>
                    <a:pt x="6008" y="3005"/>
                  </a:cubicBezTo>
                  <a:cubicBezTo>
                    <a:pt x="6008" y="1346"/>
                    <a:pt x="4663" y="1"/>
                    <a:pt x="300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B3559DA-0A41-F6E6-A460-E9FCDB4D0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0765" y="4299809"/>
              <a:ext cx="419328" cy="5620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1273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377C86AE-074D-B417-611B-6E809D4BD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AFC1EB-119C-7529-CA67-84AED96C800C}"/>
              </a:ext>
            </a:extLst>
          </p:cNvPr>
          <p:cNvSpPr txBox="1"/>
          <p:nvPr/>
        </p:nvSpPr>
        <p:spPr>
          <a:xfrm>
            <a:off x="1892301" y="150038"/>
            <a:ext cx="535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Introduction Paragraph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520A77D-502B-B2CF-88EE-F50B933D1FF1}"/>
              </a:ext>
            </a:extLst>
          </p:cNvPr>
          <p:cNvGrpSpPr/>
          <p:nvPr/>
        </p:nvGrpSpPr>
        <p:grpSpPr>
          <a:xfrm>
            <a:off x="342001" y="864000"/>
            <a:ext cx="8459999" cy="720000"/>
            <a:chOff x="342001" y="1008000"/>
            <a:chExt cx="8459999" cy="720000"/>
          </a:xfrm>
        </p:grpSpPr>
        <p:sp>
          <p:nvSpPr>
            <p:cNvPr id="11" name="Google Shape;2290;p47">
              <a:extLst>
                <a:ext uri="{FF2B5EF4-FFF2-40B4-BE49-F238E27FC236}">
                  <a16:creationId xmlns:a16="http://schemas.microsoft.com/office/drawing/2014/main" id="{B1FA7B6A-2C42-7B87-33A0-A59FECFF71EE}"/>
                </a:ext>
              </a:extLst>
            </p:cNvPr>
            <p:cNvSpPr/>
            <p:nvPr/>
          </p:nvSpPr>
          <p:spPr>
            <a:xfrm>
              <a:off x="342001" y="1008000"/>
              <a:ext cx="8459999" cy="720000"/>
            </a:xfrm>
            <a:prstGeom prst="roundRect">
              <a:avLst>
                <a:gd name="adj" fmla="val 28815"/>
              </a:avLst>
            </a:prstGeom>
            <a:solidFill>
              <a:schemeClr val="tx2"/>
            </a:solidFill>
            <a:ln w="38100">
              <a:solidFill>
                <a:schemeClr val="tx2"/>
              </a:solidFill>
            </a:ln>
            <a:effectLst>
              <a:outerShdw dist="635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  <a:buSzPts val="1100"/>
              </a:pPr>
              <a:endParaRPr sz="18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endParaRPr>
            </a:p>
          </p:txBody>
        </p:sp>
        <p:sp>
          <p:nvSpPr>
            <p:cNvPr id="6" name="Google Shape;2285;p47">
              <a:extLst>
                <a:ext uri="{FF2B5EF4-FFF2-40B4-BE49-F238E27FC236}">
                  <a16:creationId xmlns:a16="http://schemas.microsoft.com/office/drawing/2014/main" id="{440E0BF8-4FDB-FA2E-4127-B4952807470A}"/>
                </a:ext>
              </a:extLst>
            </p:cNvPr>
            <p:cNvSpPr/>
            <p:nvPr/>
          </p:nvSpPr>
          <p:spPr>
            <a:xfrm>
              <a:off x="2232000" y="1008000"/>
              <a:ext cx="6300000" cy="7200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8100">
              <a:solidFill>
                <a:schemeClr val="tx2"/>
              </a:solidFill>
            </a:ln>
            <a:effectLst/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9" name="Google Shape;2290;p47">
              <a:extLst>
                <a:ext uri="{FF2B5EF4-FFF2-40B4-BE49-F238E27FC236}">
                  <a16:creationId xmlns:a16="http://schemas.microsoft.com/office/drawing/2014/main" id="{F4F6DD01-BCFF-7E6F-E09E-EDFDB74A0C48}"/>
                </a:ext>
              </a:extLst>
            </p:cNvPr>
            <p:cNvSpPr/>
            <p:nvPr/>
          </p:nvSpPr>
          <p:spPr>
            <a:xfrm>
              <a:off x="468000" y="1008000"/>
              <a:ext cx="1620000" cy="720000"/>
            </a:xfrm>
            <a:prstGeom prst="rect">
              <a:avLst/>
            </a:prstGeom>
            <a:no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  <a:buSzPts val="1100"/>
              </a:pPr>
              <a:r>
                <a:rPr lang="en-US" sz="2000" b="1" dirty="0">
                  <a:solidFill>
                    <a:srgbClr val="FFFFFF"/>
                  </a:solidFill>
                  <a:effectLst>
                    <a:outerShdw dist="63500" dir="2700000" algn="tl">
                      <a:srgbClr val="000000">
                        <a:alpha val="30000"/>
                      </a:srgbClr>
                    </a:outerShdw>
                  </a:effectLst>
                  <a:latin typeface="Barlow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  <a:sym typeface="Fredoka One"/>
                </a:rPr>
                <a:t>HOOK</a:t>
              </a:r>
              <a:endParaRPr lang="en-US" sz="1800" b="1" kern="0" dirty="0">
                <a:solidFill>
                  <a:srgbClr val="FFFFFF"/>
                </a:solidFill>
                <a:effectLst>
                  <a:outerShdw dist="63500" dir="2700000" algn="tl">
                    <a:srgbClr val="000000">
                      <a:alpha val="30000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214565-7B5C-95D9-684C-00E22809544C}"/>
              </a:ext>
            </a:extLst>
          </p:cNvPr>
          <p:cNvGrpSpPr/>
          <p:nvPr/>
        </p:nvGrpSpPr>
        <p:grpSpPr>
          <a:xfrm>
            <a:off x="342001" y="1836000"/>
            <a:ext cx="8459999" cy="1440000"/>
            <a:chOff x="342001" y="1008000"/>
            <a:chExt cx="8459999" cy="1440000"/>
          </a:xfrm>
        </p:grpSpPr>
        <p:sp>
          <p:nvSpPr>
            <p:cNvPr id="20" name="Google Shape;2290;p47">
              <a:extLst>
                <a:ext uri="{FF2B5EF4-FFF2-40B4-BE49-F238E27FC236}">
                  <a16:creationId xmlns:a16="http://schemas.microsoft.com/office/drawing/2014/main" id="{9A1430E4-FC8C-00B5-C775-B8BA69B922AE}"/>
                </a:ext>
              </a:extLst>
            </p:cNvPr>
            <p:cNvSpPr/>
            <p:nvPr/>
          </p:nvSpPr>
          <p:spPr>
            <a:xfrm>
              <a:off x="342001" y="1008000"/>
              <a:ext cx="8459999" cy="1440000"/>
            </a:xfrm>
            <a:prstGeom prst="roundRect">
              <a:avLst>
                <a:gd name="adj" fmla="val 14263"/>
              </a:avLst>
            </a:prstGeom>
            <a:solidFill>
              <a:schemeClr val="tx2"/>
            </a:solidFill>
            <a:ln w="38100">
              <a:solidFill>
                <a:schemeClr val="tx2"/>
              </a:solidFill>
            </a:ln>
            <a:effectLst>
              <a:outerShdw dist="635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  <a:buSzPts val="1100"/>
              </a:pPr>
              <a:endParaRPr sz="18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endParaRPr>
            </a:p>
          </p:txBody>
        </p:sp>
        <p:sp>
          <p:nvSpPr>
            <p:cNvPr id="21" name="Google Shape;2285;p47">
              <a:extLst>
                <a:ext uri="{FF2B5EF4-FFF2-40B4-BE49-F238E27FC236}">
                  <a16:creationId xmlns:a16="http://schemas.microsoft.com/office/drawing/2014/main" id="{30D04F5C-BCFB-AE98-F4D4-C99A0D4DBF5A}"/>
                </a:ext>
              </a:extLst>
            </p:cNvPr>
            <p:cNvSpPr/>
            <p:nvPr/>
          </p:nvSpPr>
          <p:spPr>
            <a:xfrm>
              <a:off x="2232000" y="1008000"/>
              <a:ext cx="6300000" cy="14400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8100">
              <a:solidFill>
                <a:schemeClr val="tx2"/>
              </a:solidFill>
            </a:ln>
            <a:effectLst/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22" name="Google Shape;2290;p47">
              <a:extLst>
                <a:ext uri="{FF2B5EF4-FFF2-40B4-BE49-F238E27FC236}">
                  <a16:creationId xmlns:a16="http://schemas.microsoft.com/office/drawing/2014/main" id="{B179B0AB-01DA-337D-6DCD-D5483F709C57}"/>
                </a:ext>
              </a:extLst>
            </p:cNvPr>
            <p:cNvSpPr/>
            <p:nvPr/>
          </p:nvSpPr>
          <p:spPr>
            <a:xfrm>
              <a:off x="486000" y="1368000"/>
              <a:ext cx="1620000" cy="720000"/>
            </a:xfrm>
            <a:prstGeom prst="rect">
              <a:avLst/>
            </a:prstGeom>
            <a:no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  <a:buSzPts val="1100"/>
              </a:pPr>
              <a:r>
                <a:rPr lang="en-US" sz="2000" b="1" dirty="0">
                  <a:solidFill>
                    <a:srgbClr val="FFFFFF"/>
                  </a:solidFill>
                  <a:effectLst>
                    <a:outerShdw dist="63500" dir="2700000" algn="tl">
                      <a:srgbClr val="000000">
                        <a:alpha val="30000"/>
                      </a:srgbClr>
                    </a:outerShdw>
                  </a:effectLst>
                  <a:latin typeface="Barlow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  <a:sym typeface="Fredoka One"/>
                </a:rPr>
                <a:t>BACKGROUND INFORMATION</a:t>
              </a:r>
              <a:endParaRPr lang="en-US" sz="1800" b="1" kern="0" dirty="0">
                <a:solidFill>
                  <a:srgbClr val="FFFFFF"/>
                </a:solidFill>
                <a:effectLst>
                  <a:outerShdw dist="63500" dir="2700000" algn="tl">
                    <a:srgbClr val="000000">
                      <a:alpha val="30000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86A5AA3-5D03-5823-6F4F-708BC1A638D4}"/>
              </a:ext>
            </a:extLst>
          </p:cNvPr>
          <p:cNvGrpSpPr/>
          <p:nvPr/>
        </p:nvGrpSpPr>
        <p:grpSpPr>
          <a:xfrm>
            <a:off x="342001" y="3528000"/>
            <a:ext cx="8459999" cy="1080000"/>
            <a:chOff x="342001" y="1008000"/>
            <a:chExt cx="8459999" cy="1080000"/>
          </a:xfrm>
        </p:grpSpPr>
        <p:sp>
          <p:nvSpPr>
            <p:cNvPr id="28" name="Google Shape;2290;p47">
              <a:extLst>
                <a:ext uri="{FF2B5EF4-FFF2-40B4-BE49-F238E27FC236}">
                  <a16:creationId xmlns:a16="http://schemas.microsoft.com/office/drawing/2014/main" id="{D077C3A2-67AC-6907-36F5-E82B77B9B747}"/>
                </a:ext>
              </a:extLst>
            </p:cNvPr>
            <p:cNvSpPr/>
            <p:nvPr/>
          </p:nvSpPr>
          <p:spPr>
            <a:xfrm>
              <a:off x="342001" y="1008000"/>
              <a:ext cx="8459999" cy="1080000"/>
            </a:xfrm>
            <a:prstGeom prst="roundRect">
              <a:avLst>
                <a:gd name="adj" fmla="val 19114"/>
              </a:avLst>
            </a:prstGeom>
            <a:solidFill>
              <a:schemeClr val="tx2"/>
            </a:solidFill>
            <a:ln w="38100">
              <a:solidFill>
                <a:schemeClr val="tx2"/>
              </a:solidFill>
            </a:ln>
            <a:effectLst>
              <a:outerShdw dist="635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  <a:buSzPts val="1100"/>
              </a:pPr>
              <a:endParaRPr sz="18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endParaRPr>
            </a:p>
          </p:txBody>
        </p:sp>
        <p:sp>
          <p:nvSpPr>
            <p:cNvPr id="29" name="Google Shape;2285;p47">
              <a:extLst>
                <a:ext uri="{FF2B5EF4-FFF2-40B4-BE49-F238E27FC236}">
                  <a16:creationId xmlns:a16="http://schemas.microsoft.com/office/drawing/2014/main" id="{E2768B7F-2547-AE26-CE6F-D000A0B9C3D9}"/>
                </a:ext>
              </a:extLst>
            </p:cNvPr>
            <p:cNvSpPr/>
            <p:nvPr/>
          </p:nvSpPr>
          <p:spPr>
            <a:xfrm>
              <a:off x="2232000" y="1008000"/>
              <a:ext cx="6300000" cy="10800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8100">
              <a:solidFill>
                <a:schemeClr val="tx2"/>
              </a:solidFill>
            </a:ln>
            <a:effectLst/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  <p:sp>
          <p:nvSpPr>
            <p:cNvPr id="30" name="Google Shape;2290;p47">
              <a:extLst>
                <a:ext uri="{FF2B5EF4-FFF2-40B4-BE49-F238E27FC236}">
                  <a16:creationId xmlns:a16="http://schemas.microsoft.com/office/drawing/2014/main" id="{CA5288F5-ACA1-D7A8-91F1-E7419622BD43}"/>
                </a:ext>
              </a:extLst>
            </p:cNvPr>
            <p:cNvSpPr/>
            <p:nvPr/>
          </p:nvSpPr>
          <p:spPr>
            <a:xfrm>
              <a:off x="486000" y="1188000"/>
              <a:ext cx="1620000" cy="720000"/>
            </a:xfrm>
            <a:prstGeom prst="rect">
              <a:avLst/>
            </a:prstGeom>
            <a:noFill/>
            <a:ln w="381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spcFirstLastPara="1" wrap="square" lIns="0" tIns="0" rIns="0" bIns="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  <a:buSzPts val="1100"/>
              </a:pPr>
              <a:r>
                <a:rPr lang="en-US" sz="2000" b="1" dirty="0">
                  <a:solidFill>
                    <a:srgbClr val="FFFFFF"/>
                  </a:solidFill>
                  <a:effectLst>
                    <a:outerShdw dist="63500" dir="2700000" algn="tl">
                      <a:srgbClr val="000000">
                        <a:alpha val="30000"/>
                      </a:srgbClr>
                    </a:outerShdw>
                  </a:effectLst>
                  <a:latin typeface="Barlow" panose="00000500000000000000" pitchFamily="2" charset="0"/>
                  <a:ea typeface="Open Sans" panose="020B0606030504020204" pitchFamily="34" charset="0"/>
                  <a:cs typeface="Open Sans" panose="020B0606030504020204" pitchFamily="34" charset="0"/>
                  <a:sym typeface="Fredoka One"/>
                </a:rPr>
                <a:t>THESIS STATEMENT</a:t>
              </a:r>
              <a:endParaRPr lang="en-US" sz="1800" b="1" kern="0" dirty="0">
                <a:solidFill>
                  <a:srgbClr val="FFFFFF"/>
                </a:solidFill>
                <a:effectLst>
                  <a:outerShdw dist="63500" dir="2700000" algn="tl">
                    <a:srgbClr val="000000">
                      <a:alpha val="30000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4780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8387C983-E929-A62C-D74E-0945DC6A5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290;p47">
            <a:extLst>
              <a:ext uri="{FF2B5EF4-FFF2-40B4-BE49-F238E27FC236}">
                <a16:creationId xmlns:a16="http://schemas.microsoft.com/office/drawing/2014/main" id="{DD3F05DF-787E-EE40-D908-EA4B7D445EF0}"/>
              </a:ext>
            </a:extLst>
          </p:cNvPr>
          <p:cNvSpPr/>
          <p:nvPr/>
        </p:nvSpPr>
        <p:spPr>
          <a:xfrm>
            <a:off x="342001" y="864000"/>
            <a:ext cx="8459999" cy="720000"/>
          </a:xfrm>
          <a:prstGeom prst="roundRect">
            <a:avLst>
              <a:gd name="adj" fmla="val 28815"/>
            </a:avLst>
          </a:prstGeom>
          <a:solidFill>
            <a:srgbClr val="92D050"/>
          </a:solidFill>
          <a:ln w="38100">
            <a:solidFill>
              <a:srgbClr val="92D050"/>
            </a:solidFill>
          </a:ln>
          <a:effectLst>
            <a:outerShdw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endParaRPr sz="18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rlow" panose="000005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Fredoka One"/>
            </a:endParaRPr>
          </a:p>
        </p:txBody>
      </p:sp>
      <p:sp>
        <p:nvSpPr>
          <p:cNvPr id="6" name="Google Shape;2285;p47">
            <a:extLst>
              <a:ext uri="{FF2B5EF4-FFF2-40B4-BE49-F238E27FC236}">
                <a16:creationId xmlns:a16="http://schemas.microsoft.com/office/drawing/2014/main" id="{5414554A-EAAD-F0DC-B9AF-98A06881ED7A}"/>
              </a:ext>
            </a:extLst>
          </p:cNvPr>
          <p:cNvSpPr/>
          <p:nvPr/>
        </p:nvSpPr>
        <p:spPr>
          <a:xfrm>
            <a:off x="2232000" y="864000"/>
            <a:ext cx="6300000" cy="72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92D050"/>
            </a:solidFill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9" name="Google Shape;2290;p47">
            <a:extLst>
              <a:ext uri="{FF2B5EF4-FFF2-40B4-BE49-F238E27FC236}">
                <a16:creationId xmlns:a16="http://schemas.microsoft.com/office/drawing/2014/main" id="{0040E8D3-A730-4F09-5983-880D896219F8}"/>
              </a:ext>
            </a:extLst>
          </p:cNvPr>
          <p:cNvSpPr/>
          <p:nvPr/>
        </p:nvSpPr>
        <p:spPr>
          <a:xfrm>
            <a:off x="468000" y="864000"/>
            <a:ext cx="1620000" cy="72000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r>
              <a:rPr lang="en-US" sz="2000" b="1" dirty="0">
                <a:solidFill>
                  <a:srgbClr val="FFFFFF"/>
                </a:solidFill>
                <a:effectLst>
                  <a:outerShdw dist="63500" dir="2700000" algn="tl">
                    <a:srgbClr val="000000">
                      <a:alpha val="30000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rPr>
              <a:t>TOPIC SENTENCE</a:t>
            </a:r>
            <a:endParaRPr lang="en-US" sz="1800" b="1" kern="0" dirty="0">
              <a:solidFill>
                <a:srgbClr val="FFFFFF"/>
              </a:solidFill>
              <a:effectLst>
                <a:outerShdw dist="63500" dir="2700000" algn="tl">
                  <a:srgbClr val="000000">
                    <a:alpha val="30000"/>
                  </a:srgbClr>
                </a:outerShdw>
              </a:effectLst>
              <a:latin typeface="Barlow" panose="000005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Fredoka One"/>
            </a:endParaRPr>
          </a:p>
        </p:txBody>
      </p:sp>
      <p:sp>
        <p:nvSpPr>
          <p:cNvPr id="37" name="Google Shape;2290;p47">
            <a:extLst>
              <a:ext uri="{FF2B5EF4-FFF2-40B4-BE49-F238E27FC236}">
                <a16:creationId xmlns:a16="http://schemas.microsoft.com/office/drawing/2014/main" id="{AABD6A2C-EF8B-7731-0A89-47E6C93CEECA}"/>
              </a:ext>
            </a:extLst>
          </p:cNvPr>
          <p:cNvSpPr/>
          <p:nvPr/>
        </p:nvSpPr>
        <p:spPr>
          <a:xfrm>
            <a:off x="342001" y="1836000"/>
            <a:ext cx="8459999" cy="1800000"/>
          </a:xfrm>
          <a:prstGeom prst="roundRect">
            <a:avLst>
              <a:gd name="adj" fmla="val 11441"/>
            </a:avLst>
          </a:prstGeom>
          <a:solidFill>
            <a:srgbClr val="92D050"/>
          </a:solidFill>
          <a:ln w="38100">
            <a:solidFill>
              <a:srgbClr val="92D050"/>
            </a:solidFill>
          </a:ln>
          <a:effectLst>
            <a:outerShdw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endParaRPr sz="18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rlow" panose="000005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Fredoka One"/>
            </a:endParaRPr>
          </a:p>
        </p:txBody>
      </p:sp>
      <p:sp>
        <p:nvSpPr>
          <p:cNvPr id="38" name="Google Shape;2285;p47">
            <a:extLst>
              <a:ext uri="{FF2B5EF4-FFF2-40B4-BE49-F238E27FC236}">
                <a16:creationId xmlns:a16="http://schemas.microsoft.com/office/drawing/2014/main" id="{9E4021CC-FF92-DCD7-15EB-F3359CC76D8D}"/>
              </a:ext>
            </a:extLst>
          </p:cNvPr>
          <p:cNvSpPr/>
          <p:nvPr/>
        </p:nvSpPr>
        <p:spPr>
          <a:xfrm>
            <a:off x="2232000" y="1836000"/>
            <a:ext cx="6300000" cy="180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92D050"/>
            </a:solidFill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9" name="Google Shape;2290;p47">
            <a:extLst>
              <a:ext uri="{FF2B5EF4-FFF2-40B4-BE49-F238E27FC236}">
                <a16:creationId xmlns:a16="http://schemas.microsoft.com/office/drawing/2014/main" id="{270BB6ED-4E5D-454A-C7D7-5A33E490A981}"/>
              </a:ext>
            </a:extLst>
          </p:cNvPr>
          <p:cNvSpPr/>
          <p:nvPr/>
        </p:nvSpPr>
        <p:spPr>
          <a:xfrm>
            <a:off x="486000" y="2376000"/>
            <a:ext cx="1620000" cy="72000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r>
              <a:rPr lang="en-US" sz="2000" b="1" dirty="0">
                <a:solidFill>
                  <a:srgbClr val="FFFFFF"/>
                </a:solidFill>
                <a:effectLst>
                  <a:outerShdw dist="63500" dir="2700000" algn="tl">
                    <a:srgbClr val="000000">
                      <a:alpha val="30000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rPr>
              <a:t>SUPPORTING SENTENCES</a:t>
            </a:r>
            <a:endParaRPr lang="en-US" sz="1800" b="1" kern="0" dirty="0">
              <a:solidFill>
                <a:srgbClr val="FFFFFF"/>
              </a:solidFill>
              <a:effectLst>
                <a:outerShdw dist="63500" dir="2700000" algn="tl">
                  <a:srgbClr val="000000">
                    <a:alpha val="30000"/>
                  </a:srgbClr>
                </a:outerShdw>
              </a:effectLst>
              <a:latin typeface="Barlow" panose="000005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Fredoka One"/>
            </a:endParaRPr>
          </a:p>
        </p:txBody>
      </p:sp>
      <p:sp>
        <p:nvSpPr>
          <p:cNvPr id="3" name="Google Shape;2290;p47">
            <a:extLst>
              <a:ext uri="{FF2B5EF4-FFF2-40B4-BE49-F238E27FC236}">
                <a16:creationId xmlns:a16="http://schemas.microsoft.com/office/drawing/2014/main" id="{4E5FC528-033B-793F-20B1-B8257FCE5645}"/>
              </a:ext>
            </a:extLst>
          </p:cNvPr>
          <p:cNvSpPr/>
          <p:nvPr/>
        </p:nvSpPr>
        <p:spPr>
          <a:xfrm>
            <a:off x="342001" y="3888000"/>
            <a:ext cx="8459999" cy="720000"/>
          </a:xfrm>
          <a:prstGeom prst="roundRect">
            <a:avLst>
              <a:gd name="adj" fmla="val 28815"/>
            </a:avLst>
          </a:prstGeom>
          <a:solidFill>
            <a:srgbClr val="92D050"/>
          </a:solidFill>
          <a:ln w="38100">
            <a:solidFill>
              <a:srgbClr val="92D050"/>
            </a:solidFill>
          </a:ln>
          <a:effectLst>
            <a:outerShdw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endParaRPr sz="18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rlow" panose="000005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Fredoka One"/>
            </a:endParaRPr>
          </a:p>
        </p:txBody>
      </p:sp>
      <p:sp>
        <p:nvSpPr>
          <p:cNvPr id="5" name="Google Shape;2285;p47">
            <a:extLst>
              <a:ext uri="{FF2B5EF4-FFF2-40B4-BE49-F238E27FC236}">
                <a16:creationId xmlns:a16="http://schemas.microsoft.com/office/drawing/2014/main" id="{6BD5BC4C-0240-EBFC-EB07-A49BF3EDC50E}"/>
              </a:ext>
            </a:extLst>
          </p:cNvPr>
          <p:cNvSpPr/>
          <p:nvPr/>
        </p:nvSpPr>
        <p:spPr>
          <a:xfrm>
            <a:off x="2232000" y="3888000"/>
            <a:ext cx="6300000" cy="72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rgbClr val="92D050"/>
            </a:solidFill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Google Shape;2290;p47">
            <a:extLst>
              <a:ext uri="{FF2B5EF4-FFF2-40B4-BE49-F238E27FC236}">
                <a16:creationId xmlns:a16="http://schemas.microsoft.com/office/drawing/2014/main" id="{C50C36AB-DEC3-D09D-6A40-D00D7034A5E0}"/>
              </a:ext>
            </a:extLst>
          </p:cNvPr>
          <p:cNvSpPr/>
          <p:nvPr/>
        </p:nvSpPr>
        <p:spPr>
          <a:xfrm>
            <a:off x="468000" y="3888000"/>
            <a:ext cx="1620000" cy="72000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r>
              <a:rPr lang="en-US" sz="2000" b="1" dirty="0">
                <a:solidFill>
                  <a:srgbClr val="FFFFFF"/>
                </a:solidFill>
                <a:effectLst>
                  <a:outerShdw dist="63500" dir="2700000" algn="tl">
                    <a:srgbClr val="000000">
                      <a:alpha val="30000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rPr>
              <a:t>CLOSING SENTENCE</a:t>
            </a:r>
            <a:endParaRPr lang="en-US" sz="1800" b="1" kern="0" dirty="0">
              <a:solidFill>
                <a:srgbClr val="FFFFFF"/>
              </a:solidFill>
              <a:effectLst>
                <a:outerShdw dist="63500" dir="2700000" algn="tl">
                  <a:srgbClr val="000000">
                    <a:alpha val="30000"/>
                  </a:srgbClr>
                </a:outerShdw>
              </a:effectLst>
              <a:latin typeface="Barlow" panose="000005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Fredoka On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AAE2B9-AB44-3CEF-B45D-029484DF8ED8}"/>
              </a:ext>
            </a:extLst>
          </p:cNvPr>
          <p:cNvSpPr txBox="1"/>
          <p:nvPr/>
        </p:nvSpPr>
        <p:spPr>
          <a:xfrm>
            <a:off x="1892301" y="150038"/>
            <a:ext cx="535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92D050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Body Paragraphs</a:t>
            </a:r>
          </a:p>
        </p:txBody>
      </p:sp>
    </p:spTree>
    <p:extLst>
      <p:ext uri="{BB962C8B-B14F-4D97-AF65-F5344CB8AC3E}">
        <p14:creationId xmlns:p14="http://schemas.microsoft.com/office/powerpoint/2010/main" val="725811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>
          <a:extLst>
            <a:ext uri="{FF2B5EF4-FFF2-40B4-BE49-F238E27FC236}">
              <a16:creationId xmlns:a16="http://schemas.microsoft.com/office/drawing/2014/main" id="{A0BAD9BC-427E-A76F-E909-A16E722C0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58C2D3C-D1B9-612F-D8C3-F2A043577300}"/>
              </a:ext>
            </a:extLst>
          </p:cNvPr>
          <p:cNvSpPr txBox="1"/>
          <p:nvPr/>
        </p:nvSpPr>
        <p:spPr>
          <a:xfrm>
            <a:off x="1892301" y="150038"/>
            <a:ext cx="535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accent1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Conclusion Paragraph</a:t>
            </a:r>
          </a:p>
        </p:txBody>
      </p:sp>
      <p:sp>
        <p:nvSpPr>
          <p:cNvPr id="37" name="Google Shape;2290;p47">
            <a:extLst>
              <a:ext uri="{FF2B5EF4-FFF2-40B4-BE49-F238E27FC236}">
                <a16:creationId xmlns:a16="http://schemas.microsoft.com/office/drawing/2014/main" id="{3FF64360-FD96-F10C-0F28-D32307EDED03}"/>
              </a:ext>
            </a:extLst>
          </p:cNvPr>
          <p:cNvSpPr/>
          <p:nvPr/>
        </p:nvSpPr>
        <p:spPr>
          <a:xfrm>
            <a:off x="342001" y="864000"/>
            <a:ext cx="8459999" cy="1800000"/>
          </a:xfrm>
          <a:prstGeom prst="roundRect">
            <a:avLst>
              <a:gd name="adj" fmla="val 11441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endParaRPr sz="18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rlow" panose="000005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Fredoka One"/>
            </a:endParaRPr>
          </a:p>
        </p:txBody>
      </p:sp>
      <p:sp>
        <p:nvSpPr>
          <p:cNvPr id="38" name="Google Shape;2285;p47">
            <a:extLst>
              <a:ext uri="{FF2B5EF4-FFF2-40B4-BE49-F238E27FC236}">
                <a16:creationId xmlns:a16="http://schemas.microsoft.com/office/drawing/2014/main" id="{07CD8C15-4BC9-FF55-77CD-1BBAA6F893EF}"/>
              </a:ext>
            </a:extLst>
          </p:cNvPr>
          <p:cNvSpPr/>
          <p:nvPr/>
        </p:nvSpPr>
        <p:spPr>
          <a:xfrm>
            <a:off x="2232000" y="864000"/>
            <a:ext cx="6300000" cy="180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chemeClr val="accent1"/>
            </a:solidFill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9" name="Google Shape;2290;p47">
            <a:extLst>
              <a:ext uri="{FF2B5EF4-FFF2-40B4-BE49-F238E27FC236}">
                <a16:creationId xmlns:a16="http://schemas.microsoft.com/office/drawing/2014/main" id="{67CB264C-18D2-9481-3504-4E5F76CCD7AD}"/>
              </a:ext>
            </a:extLst>
          </p:cNvPr>
          <p:cNvSpPr/>
          <p:nvPr/>
        </p:nvSpPr>
        <p:spPr>
          <a:xfrm>
            <a:off x="486000" y="1404000"/>
            <a:ext cx="1620000" cy="72000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r>
              <a:rPr lang="en-US" sz="2000" b="1" dirty="0">
                <a:solidFill>
                  <a:srgbClr val="FFFFFF"/>
                </a:solidFill>
                <a:effectLst>
                  <a:outerShdw dist="63500" dir="2700000" algn="tl">
                    <a:srgbClr val="000000">
                      <a:alpha val="30000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rPr>
              <a:t>THESIS</a:t>
            </a:r>
            <a:r>
              <a:rPr lang="en-US" sz="1800" b="1" dirty="0">
                <a:solidFill>
                  <a:srgbClr val="FFFFFF"/>
                </a:solidFill>
                <a:effectLst>
                  <a:outerShdw dist="63500" dir="2700000" algn="tl">
                    <a:srgbClr val="000000">
                      <a:alpha val="30000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rPr>
              <a:t> RESTATEMENT</a:t>
            </a:r>
            <a:endParaRPr lang="en-US" sz="1600" b="1" kern="0" dirty="0">
              <a:solidFill>
                <a:srgbClr val="FFFFFF"/>
              </a:solidFill>
              <a:effectLst>
                <a:outerShdw dist="63500" dir="2700000" algn="tl">
                  <a:srgbClr val="000000">
                    <a:alpha val="30000"/>
                  </a:srgbClr>
                </a:outerShdw>
              </a:effectLst>
              <a:latin typeface="Barlow" panose="000005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Fredoka One"/>
            </a:endParaRPr>
          </a:p>
        </p:txBody>
      </p:sp>
      <p:sp>
        <p:nvSpPr>
          <p:cNvPr id="3" name="Google Shape;2290;p47">
            <a:extLst>
              <a:ext uri="{FF2B5EF4-FFF2-40B4-BE49-F238E27FC236}">
                <a16:creationId xmlns:a16="http://schemas.microsoft.com/office/drawing/2014/main" id="{C5E55804-D006-5C43-0026-BE61AF1DA305}"/>
              </a:ext>
            </a:extLst>
          </p:cNvPr>
          <p:cNvSpPr/>
          <p:nvPr/>
        </p:nvSpPr>
        <p:spPr>
          <a:xfrm>
            <a:off x="342001" y="2916000"/>
            <a:ext cx="8459999" cy="720000"/>
          </a:xfrm>
          <a:prstGeom prst="roundRect">
            <a:avLst>
              <a:gd name="adj" fmla="val 28815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  <a:effectLst>
            <a:outerShdw dist="635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endParaRPr sz="18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rlow" panose="000005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Fredoka One"/>
            </a:endParaRPr>
          </a:p>
        </p:txBody>
      </p:sp>
      <p:sp>
        <p:nvSpPr>
          <p:cNvPr id="5" name="Google Shape;2285;p47">
            <a:extLst>
              <a:ext uri="{FF2B5EF4-FFF2-40B4-BE49-F238E27FC236}">
                <a16:creationId xmlns:a16="http://schemas.microsoft.com/office/drawing/2014/main" id="{0B7298B3-756C-CAFC-EF41-7609E659D612}"/>
              </a:ext>
            </a:extLst>
          </p:cNvPr>
          <p:cNvSpPr/>
          <p:nvPr/>
        </p:nvSpPr>
        <p:spPr>
          <a:xfrm>
            <a:off x="2232000" y="2916000"/>
            <a:ext cx="6300000" cy="720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8100">
            <a:solidFill>
              <a:schemeClr val="accent1"/>
            </a:solidFill>
          </a:ln>
          <a:effectLst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Google Shape;2290;p47">
            <a:extLst>
              <a:ext uri="{FF2B5EF4-FFF2-40B4-BE49-F238E27FC236}">
                <a16:creationId xmlns:a16="http://schemas.microsoft.com/office/drawing/2014/main" id="{D3163E94-596B-27B5-D7B9-6206B54511FB}"/>
              </a:ext>
            </a:extLst>
          </p:cNvPr>
          <p:cNvSpPr/>
          <p:nvPr/>
        </p:nvSpPr>
        <p:spPr>
          <a:xfrm>
            <a:off x="468000" y="2916000"/>
            <a:ext cx="1620000" cy="720000"/>
          </a:xfrm>
          <a:prstGeom prst="rect">
            <a:avLst/>
          </a:prstGeom>
          <a:noFill/>
          <a:ln w="381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algn="ctr" defTabSz="1219170">
              <a:buClr>
                <a:srgbClr val="000000"/>
              </a:buClr>
              <a:buSzPts val="1100"/>
            </a:pPr>
            <a:r>
              <a:rPr lang="en-US" sz="2000" b="1" kern="0" dirty="0">
                <a:solidFill>
                  <a:srgbClr val="FFFFFF"/>
                </a:solidFill>
                <a:effectLst>
                  <a:outerShdw dist="63500" dir="2700000" algn="tl">
                    <a:srgbClr val="000000">
                      <a:alpha val="30000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rPr>
              <a:t>FINAL</a:t>
            </a:r>
            <a:r>
              <a:rPr lang="en-US" sz="2000" b="1" dirty="0">
                <a:solidFill>
                  <a:srgbClr val="FFFFFF"/>
                </a:solidFill>
                <a:effectLst>
                  <a:outerShdw dist="63500" dir="2700000" algn="tl">
                    <a:srgbClr val="000000">
                      <a:alpha val="30000"/>
                    </a:srgbClr>
                  </a:outerShdw>
                </a:effectLst>
                <a:latin typeface="Barlow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  <a:sym typeface="Fredoka One"/>
              </a:rPr>
              <a:t> HOOK</a:t>
            </a:r>
            <a:endParaRPr lang="en-US" sz="1800" b="1" kern="0" dirty="0">
              <a:solidFill>
                <a:srgbClr val="FFFFFF"/>
              </a:solidFill>
              <a:effectLst>
                <a:outerShdw dist="63500" dir="2700000" algn="tl">
                  <a:srgbClr val="000000">
                    <a:alpha val="30000"/>
                  </a:srgbClr>
                </a:outerShdw>
              </a:effectLst>
              <a:latin typeface="Barlow" panose="00000500000000000000" pitchFamily="2" charset="0"/>
              <a:ea typeface="Open Sans" panose="020B0606030504020204" pitchFamily="34" charset="0"/>
              <a:cs typeface="Open Sans" panose="020B0606030504020204" pitchFamily="34" charset="0"/>
              <a:sym typeface="Fredoka On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A1E5E-3A4F-DDAF-970E-40EF2AA2CFF4}"/>
              </a:ext>
            </a:extLst>
          </p:cNvPr>
          <p:cNvSpPr txBox="1"/>
          <p:nvPr/>
        </p:nvSpPr>
        <p:spPr>
          <a:xfrm>
            <a:off x="914400" y="3916244"/>
            <a:ext cx="73152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B2E5F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Remember to check your essay </a:t>
            </a:r>
          </a:p>
          <a:p>
            <a:pPr algn="ctr"/>
            <a:r>
              <a:rPr lang="en-US" sz="2800" dirty="0">
                <a:solidFill>
                  <a:srgbClr val="2B2E5F"/>
                </a:solidFill>
                <a:effectLst>
                  <a:outerShdw dist="63500" dir="2700000" algn="tl" rotWithShape="0">
                    <a:prstClr val="black">
                      <a:alpha val="15000"/>
                    </a:prstClr>
                  </a:outerShdw>
                </a:effectLst>
                <a:latin typeface="Secular One" panose="00000500000000000000" pitchFamily="2" charset="-79"/>
                <a:cs typeface="Secular One" panose="00000500000000000000" pitchFamily="2" charset="-79"/>
              </a:rPr>
              <a:t>after you finish writing! </a:t>
            </a:r>
          </a:p>
        </p:txBody>
      </p:sp>
    </p:spTree>
    <p:extLst>
      <p:ext uri="{BB962C8B-B14F-4D97-AF65-F5344CB8AC3E}">
        <p14:creationId xmlns:p14="http://schemas.microsoft.com/office/powerpoint/2010/main" val="930175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82DED7-CA6A-199B-FC54-0AA56DF65D62}"/>
              </a:ext>
            </a:extLst>
          </p:cNvPr>
          <p:cNvSpPr txBox="1"/>
          <p:nvPr/>
        </p:nvSpPr>
        <p:spPr>
          <a:xfrm>
            <a:off x="489858" y="472493"/>
            <a:ext cx="8164286" cy="1099271"/>
          </a:xfrm>
          <a:prstGeom prst="rect">
            <a:avLst/>
          </a:prstGeom>
          <a:solidFill>
            <a:srgbClr val="C00000"/>
          </a:solidFill>
        </p:spPr>
        <p:txBody>
          <a:bodyPr wrap="square" lIns="270000" tIns="270000" rIns="270000" bIns="270000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rlow" panose="00000500000000000000" pitchFamily="2" charset="0"/>
              </a:rPr>
              <a:t>Essay Topic Feedback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6CB72-480D-FD9F-7EE6-236DA3B64C33}"/>
              </a:ext>
            </a:extLst>
          </p:cNvPr>
          <p:cNvSpPr txBox="1"/>
          <p:nvPr/>
        </p:nvSpPr>
        <p:spPr>
          <a:xfrm>
            <a:off x="489858" y="1571763"/>
            <a:ext cx="81642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70C0"/>
                </a:solidFill>
                <a:latin typeface="Barlow" panose="000005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https://docs.google.com/forms/d/e/1FAIpQLSfz2uITldJvurpJEDjkyqTRmTZ0_DM1bgIjiAKJs7smWHPb-w/viewform</a:t>
            </a:r>
            <a:r>
              <a:rPr lang="en-US" sz="2200" dirty="0">
                <a:solidFill>
                  <a:srgbClr val="0070C0"/>
                </a:solidFill>
                <a:latin typeface="Barlow" panose="00000500000000000000" pitchFamily="2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537A5-2824-1471-4A6D-56026F592294}"/>
              </a:ext>
            </a:extLst>
          </p:cNvPr>
          <p:cNvSpPr txBox="1"/>
          <p:nvPr/>
        </p:nvSpPr>
        <p:spPr>
          <a:xfrm>
            <a:off x="489858" y="2802298"/>
            <a:ext cx="8164286" cy="1099271"/>
          </a:xfrm>
          <a:prstGeom prst="rect">
            <a:avLst/>
          </a:prstGeom>
          <a:solidFill>
            <a:srgbClr val="C00000"/>
          </a:solidFill>
        </p:spPr>
        <p:txBody>
          <a:bodyPr wrap="square" lIns="270000" tIns="270000" rIns="270000" bIns="270000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rlow" panose="00000500000000000000" pitchFamily="2" charset="0"/>
              </a:rPr>
              <a:t>Essay Workbook Feedback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E4A923-4D3C-3475-A472-48BED0E9F74C}"/>
              </a:ext>
            </a:extLst>
          </p:cNvPr>
          <p:cNvSpPr txBox="1"/>
          <p:nvPr/>
        </p:nvSpPr>
        <p:spPr>
          <a:xfrm>
            <a:off x="489858" y="3901569"/>
            <a:ext cx="81642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70C0"/>
                </a:solidFill>
                <a:latin typeface="Barlow" panose="000005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https://docs.google.com/forms/d/e/1FAIpQLSdBDP46wM1RAMgZsYBhAzmFkhl62UgC-X0lZbkXENNG6YALRA/viewform</a:t>
            </a:r>
            <a:endParaRPr lang="en-US" sz="2200" dirty="0">
              <a:solidFill>
                <a:srgbClr val="0070C0"/>
              </a:solidFill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117899"/>
      </p:ext>
    </p:extLst>
  </p:cSld>
  <p:clrMapOvr>
    <a:masterClrMapping/>
  </p:clrMapOvr>
</p:sld>
</file>

<file path=ppt/theme/theme1.xml><?xml version="1.0" encoding="utf-8"?>
<a:theme xmlns:a="http://schemas.openxmlformats.org/drawingml/2006/main" name="Creative Writing School Infographics by Slidesgo">
  <a:themeElements>
    <a:clrScheme name="Simple Light">
      <a:dk1>
        <a:srgbClr val="2B2E5F"/>
      </a:dk1>
      <a:lt1>
        <a:srgbClr val="F3F3F3"/>
      </a:lt1>
      <a:dk2>
        <a:srgbClr val="0080CF"/>
      </a:dk2>
      <a:lt2>
        <a:srgbClr val="5EA7FF"/>
      </a:lt2>
      <a:accent1>
        <a:srgbClr val="FF896F"/>
      </a:accent1>
      <a:accent2>
        <a:srgbClr val="FFD1CA"/>
      </a:accent2>
      <a:accent3>
        <a:srgbClr val="FFC451"/>
      </a:accent3>
      <a:accent4>
        <a:srgbClr val="FFE4B1"/>
      </a:accent4>
      <a:accent5>
        <a:srgbClr val="FFFFFF"/>
      </a:accent5>
      <a:accent6>
        <a:srgbClr val="FFFFFF"/>
      </a:accent6>
      <a:hlink>
        <a:srgbClr val="2B2E5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148</Words>
  <Application>Microsoft Office PowerPoint</Application>
  <PresentationFormat>On-screen Show (16:9)</PresentationFormat>
  <Paragraphs>39</Paragraphs>
  <Slides>9</Slides>
  <Notes>5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Creative Writing School Infographics by Slidesgo</vt:lpstr>
      <vt:lpstr>Essay Brainstorm</vt:lpstr>
      <vt:lpstr>PowerPoint Presentation</vt:lpstr>
      <vt:lpstr>PowerPoint Presentation</vt:lpstr>
      <vt:lpstr>PowerPoint Presentation</vt:lpstr>
      <vt:lpstr>Essay Writing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Essay Brainstorm</dc:title>
  <dc:creator>Tim</dc:creator>
  <cp:lastModifiedBy>dyb6720</cp:lastModifiedBy>
  <cp:revision>37</cp:revision>
  <dcterms:modified xsi:type="dcterms:W3CDTF">2025-02-10T02:53:05Z</dcterms:modified>
</cp:coreProperties>
</file>