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8"/>
  </p:notesMasterIdLst>
  <p:sldIdLst>
    <p:sldId id="256" r:id="rId2"/>
    <p:sldId id="257" r:id="rId3"/>
    <p:sldId id="258" r:id="rId4"/>
    <p:sldId id="259" r:id="rId5"/>
    <p:sldId id="260" r:id="rId6"/>
    <p:sldId id="261" r:id="rId7"/>
  </p:sldIdLst>
  <p:sldSz cx="6858000" cy="9906000" type="A4"/>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4A50F8-CE03-4C54-8BED-68F0210BB98D}">
  <a:tblStyle styleId="{E04A50F8-CE03-4C54-8BED-68F0210BB9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ADB7FB2-64E8-4A3F-B2EA-38B361DA9474}"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09"/>
  </p:normalViewPr>
  <p:slideViewPr>
    <p:cSldViewPr snapToGrid="0">
      <p:cViewPr>
        <p:scale>
          <a:sx n="100" d="100"/>
          <a:sy n="100" d="100"/>
        </p:scale>
        <p:origin x="2704" y="144"/>
      </p:cViewPr>
      <p:guideLst>
        <p:guide orient="horz" pos="3120"/>
        <p:guide pos="216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07"/>
        <p:guide pos="212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18830" cy="495029"/>
          </a:xfrm>
          <a:prstGeom prst="rect">
            <a:avLst/>
          </a:prstGeom>
          <a:noFill/>
          <a:ln>
            <a:noFill/>
          </a:ln>
        </p:spPr>
        <p:txBody>
          <a:bodyPr spcFirstLastPara="1" wrap="square" lIns="94750" tIns="47375" rIns="94750" bIns="473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5377" y="0"/>
            <a:ext cx="2918830" cy="495029"/>
          </a:xfrm>
          <a:prstGeom prst="rect">
            <a:avLst/>
          </a:prstGeom>
          <a:noFill/>
          <a:ln>
            <a:noFill/>
          </a:ln>
        </p:spPr>
        <p:txBody>
          <a:bodyPr spcFirstLastPara="1" wrap="square" lIns="94750" tIns="47375" rIns="94750" bIns="473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577" y="4748170"/>
            <a:ext cx="5388610" cy="3884861"/>
          </a:xfrm>
          <a:prstGeom prst="rect">
            <a:avLst/>
          </a:prstGeom>
          <a:noFill/>
          <a:ln>
            <a:noFill/>
          </a:ln>
        </p:spPr>
        <p:txBody>
          <a:bodyPr spcFirstLastPara="1" wrap="square" lIns="94750" tIns="47375" rIns="94750" bIns="4737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371286"/>
            <a:ext cx="2918830" cy="495028"/>
          </a:xfrm>
          <a:prstGeom prst="rect">
            <a:avLst/>
          </a:prstGeom>
          <a:noFill/>
          <a:ln>
            <a:noFill/>
          </a:ln>
        </p:spPr>
        <p:txBody>
          <a:bodyPr spcFirstLastPara="1" wrap="square" lIns="94750" tIns="47375" rIns="94750" bIns="473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5377" y="9371286"/>
            <a:ext cx="2918830" cy="495028"/>
          </a:xfrm>
          <a:prstGeom prst="rect">
            <a:avLst/>
          </a:prstGeom>
          <a:noFill/>
          <a:ln>
            <a:noFill/>
          </a:ln>
        </p:spPr>
        <p:txBody>
          <a:bodyPr spcFirstLastPara="1" wrap="square" lIns="94750" tIns="47375" rIns="94750" bIns="473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38053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1:notes"/>
          <p:cNvSpPr txBox="1">
            <a:spLocks noGrp="1"/>
          </p:cNvSpPr>
          <p:nvPr>
            <p:ph type="body" idx="1"/>
          </p:nvPr>
        </p:nvSpPr>
        <p:spPr>
          <a:xfrm>
            <a:off x="673577" y="4748170"/>
            <a:ext cx="5388610" cy="3884861"/>
          </a:xfrm>
          <a:prstGeom prst="rect">
            <a:avLst/>
          </a:prstGeom>
          <a:noFill/>
          <a:ln>
            <a:noFill/>
          </a:ln>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33" name="Google Shape;33;p1:notes"/>
          <p:cNvSpPr txBox="1">
            <a:spLocks noGrp="1"/>
          </p:cNvSpPr>
          <p:nvPr>
            <p:ph type="hdr" idx="3"/>
          </p:nvPr>
        </p:nvSpPr>
        <p:spPr>
          <a:xfrm>
            <a:off x="1" y="0"/>
            <a:ext cx="2918830" cy="495029"/>
          </a:xfrm>
          <a:prstGeom prst="rect">
            <a:avLst/>
          </a:prstGeom>
          <a:noFill/>
          <a:ln>
            <a:noFill/>
          </a:ln>
        </p:spPr>
        <p:txBody>
          <a:bodyPr spcFirstLastPara="1" wrap="square" lIns="94750" tIns="47375" rIns="94750" bIns="47375" anchor="t" anchorCtr="0">
            <a:noAutofit/>
          </a:bodyPr>
          <a:lstStyle/>
          <a:p>
            <a:pPr marL="0" lvl="0" indent="0" algn="l" rtl="0">
              <a:spcBef>
                <a:spcPts val="0"/>
              </a:spcBef>
              <a:spcAft>
                <a:spcPts val="0"/>
              </a:spcAft>
              <a:buNone/>
            </a:pPr>
            <a:r>
              <a:rPr lang="en-US"/>
              <a:t>dfgdfgd</a:t>
            </a:r>
            <a:endParaRPr/>
          </a:p>
        </p:txBody>
      </p:sp>
      <p:sp>
        <p:nvSpPr>
          <p:cNvPr id="34" name="Google Shape;34;p1:notes"/>
          <p:cNvSpPr txBox="1">
            <a:spLocks noGrp="1"/>
          </p:cNvSpPr>
          <p:nvPr>
            <p:ph type="sldNum" idx="12"/>
          </p:nvPr>
        </p:nvSpPr>
        <p:spPr>
          <a:xfrm>
            <a:off x="3815377" y="9371286"/>
            <a:ext cx="2918830" cy="495028"/>
          </a:xfrm>
          <a:prstGeom prst="rect">
            <a:avLst/>
          </a:prstGeom>
          <a:noFill/>
          <a:ln>
            <a:noFill/>
          </a:ln>
        </p:spPr>
        <p:txBody>
          <a:bodyPr spcFirstLastPara="1" wrap="square" lIns="94750" tIns="47375" rIns="94750" bIns="47375"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673577" y="4748170"/>
            <a:ext cx="5388610" cy="3884861"/>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673577" y="4748170"/>
            <a:ext cx="5388610" cy="3884861"/>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59" name="Google Shape;59;p3:notes"/>
          <p:cNvSpPr>
            <a:spLocks noGrp="1" noRot="1" noChangeAspect="1"/>
          </p:cNvSpPr>
          <p:nvPr>
            <p:ph type="sldImg" idx="2"/>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txBox="1">
            <a:spLocks noGrp="1"/>
          </p:cNvSpPr>
          <p:nvPr>
            <p:ph type="body" idx="1"/>
          </p:nvPr>
        </p:nvSpPr>
        <p:spPr>
          <a:xfrm>
            <a:off x="673577" y="4748170"/>
            <a:ext cx="5388610" cy="3884861"/>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68" name="Google Shape;68;p4:notes"/>
          <p:cNvSpPr>
            <a:spLocks noGrp="1" noRot="1" noChangeAspect="1"/>
          </p:cNvSpPr>
          <p:nvPr>
            <p:ph type="sldImg" idx="2"/>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a60a7268eb_0_0:notes"/>
          <p:cNvSpPr txBox="1">
            <a:spLocks noGrp="1"/>
          </p:cNvSpPr>
          <p:nvPr>
            <p:ph type="body" idx="1"/>
          </p:nvPr>
        </p:nvSpPr>
        <p:spPr>
          <a:xfrm>
            <a:off x="673577" y="4748170"/>
            <a:ext cx="5388600" cy="3885000"/>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76" name="Google Shape;76;g3a60a7268eb_0_0:notes"/>
          <p:cNvSpPr>
            <a:spLocks noGrp="1" noRot="1" noChangeAspect="1"/>
          </p:cNvSpPr>
          <p:nvPr>
            <p:ph type="sldImg" idx="2"/>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txBox="1">
            <a:spLocks noGrp="1"/>
          </p:cNvSpPr>
          <p:nvPr>
            <p:ph type="body" idx="1"/>
          </p:nvPr>
        </p:nvSpPr>
        <p:spPr>
          <a:xfrm>
            <a:off x="673577" y="4748170"/>
            <a:ext cx="5388610" cy="3884861"/>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82" name="Google Shape;82;p5:notes"/>
          <p:cNvSpPr>
            <a:spLocks noGrp="1" noRot="1" noChangeAspect="1"/>
          </p:cNvSpPr>
          <p:nvPr>
            <p:ph type="sldImg" idx="2"/>
          </p:nvPr>
        </p:nvSpPr>
        <p:spPr>
          <a:xfrm>
            <a:off x="2216150" y="1233488"/>
            <a:ext cx="2303463" cy="3330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acher's Page">
  <p:cSld name="Teacher's Page">
    <p:spTree>
      <p:nvGrpSpPr>
        <p:cNvPr id="1" name="Shape 17"/>
        <p:cNvGrpSpPr/>
        <p:nvPr/>
      </p:nvGrpSpPr>
      <p:grpSpPr>
        <a:xfrm>
          <a:off x="0" y="0"/>
          <a:ext cx="0" cy="0"/>
          <a:chOff x="0" y="0"/>
          <a:chExt cx="0" cy="0"/>
        </a:xfrm>
      </p:grpSpPr>
      <p:sp>
        <p:nvSpPr>
          <p:cNvPr id="18" name="Google Shape;18;p2"/>
          <p:cNvSpPr/>
          <p:nvPr/>
        </p:nvSpPr>
        <p:spPr>
          <a:xfrm>
            <a:off x="459000" y="9321164"/>
            <a:ext cx="5940000" cy="21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dk1"/>
                </a:solidFill>
                <a:latin typeface="Calibri"/>
                <a:ea typeface="Calibri"/>
                <a:cs typeface="Calibri"/>
                <a:sym typeface="Calibri"/>
              </a:rPr>
              <a:t>Filename: </a:t>
            </a:r>
            <a:endParaRPr sz="1100">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ractice">
  <p:cSld name="Practice">
    <p:spTree>
      <p:nvGrpSpPr>
        <p:cNvPr id="1" name="Shape 19"/>
        <p:cNvGrpSpPr/>
        <p:nvPr/>
      </p:nvGrpSpPr>
      <p:grpSpPr>
        <a:xfrm>
          <a:off x="0" y="0"/>
          <a:ext cx="0" cy="0"/>
          <a:chOff x="0" y="0"/>
          <a:chExt cx="0" cy="0"/>
        </a:xfrm>
      </p:grpSpPr>
      <p:sp>
        <p:nvSpPr>
          <p:cNvPr id="20" name="Google Shape;20;p3"/>
          <p:cNvSpPr/>
          <p:nvPr/>
        </p:nvSpPr>
        <p:spPr>
          <a:xfrm>
            <a:off x="173342" y="172324"/>
            <a:ext cx="6511316" cy="9561352"/>
          </a:xfrm>
          <a:prstGeom prst="rect">
            <a:avLst/>
          </a:prstGeom>
          <a:solidFill>
            <a:schemeClr val="lt1"/>
          </a:solidFill>
          <a:ln>
            <a:noFill/>
          </a:ln>
        </p:spPr>
        <p:txBody>
          <a:bodyPr spcFirstLastPara="1" wrap="square" lIns="87775" tIns="43875" rIns="87775" bIns="438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21;p3"/>
          <p:cNvSpPr/>
          <p:nvPr/>
        </p:nvSpPr>
        <p:spPr>
          <a:xfrm>
            <a:off x="0" y="345176"/>
            <a:ext cx="6858000" cy="345175"/>
          </a:xfrm>
          <a:prstGeom prst="rect">
            <a:avLst/>
          </a:prstGeom>
          <a:solidFill>
            <a:srgbClr val="D1D1D1"/>
          </a:solidFill>
          <a:ln>
            <a:noFill/>
          </a:ln>
        </p:spPr>
        <p:txBody>
          <a:bodyPr spcFirstLastPara="1" wrap="square" lIns="87775" tIns="43875" rIns="87775" bIns="438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22;p3"/>
          <p:cNvSpPr txBox="1"/>
          <p:nvPr/>
        </p:nvSpPr>
        <p:spPr>
          <a:xfrm>
            <a:off x="398265" y="345175"/>
            <a:ext cx="3463697" cy="34517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1" dirty="0">
                <a:solidFill>
                  <a:schemeClr val="lt1"/>
                </a:solidFill>
                <a:latin typeface="Aharoni"/>
                <a:ea typeface="Aharoni"/>
                <a:cs typeface="Aharoni"/>
                <a:sym typeface="Aharoni"/>
              </a:rPr>
              <a:t>Task</a:t>
            </a:r>
            <a:endParaRPr sz="2700" b="1" dirty="0">
              <a:solidFill>
                <a:schemeClr val="lt1"/>
              </a:solidFill>
              <a:latin typeface="Aharoni"/>
              <a:ea typeface="Aharoni"/>
              <a:cs typeface="Aharoni"/>
              <a:sym typeface="Aharoni"/>
            </a:endParaRPr>
          </a:p>
        </p:txBody>
      </p:sp>
      <p:pic>
        <p:nvPicPr>
          <p:cNvPr id="23" name="Google Shape;23;p3"/>
          <p:cNvPicPr preferRelativeResize="0"/>
          <p:nvPr/>
        </p:nvPicPr>
        <p:blipFill rotWithShape="1">
          <a:blip r:embed="rId2">
            <a:alphaModFix/>
          </a:blip>
          <a:srcRect/>
          <a:stretch/>
        </p:blipFill>
        <p:spPr>
          <a:xfrm>
            <a:off x="4760311" y="345175"/>
            <a:ext cx="1699425" cy="535022"/>
          </a:xfrm>
          <a:prstGeom prst="rect">
            <a:avLst/>
          </a:prstGeom>
          <a:noFill/>
          <a:ln>
            <a:noFill/>
          </a:ln>
        </p:spPr>
      </p:pic>
      <p:sp>
        <p:nvSpPr>
          <p:cNvPr id="24" name="Google Shape;24;p3"/>
          <p:cNvSpPr/>
          <p:nvPr/>
        </p:nvSpPr>
        <p:spPr>
          <a:xfrm>
            <a:off x="0" y="9492317"/>
            <a:ext cx="6858000" cy="86294"/>
          </a:xfrm>
          <a:prstGeom prst="rect">
            <a:avLst/>
          </a:prstGeom>
          <a:solidFill>
            <a:srgbClr val="D1D1D1"/>
          </a:solidFill>
          <a:ln>
            <a:noFill/>
          </a:ln>
        </p:spPr>
        <p:txBody>
          <a:bodyPr spcFirstLastPara="1" wrap="square" lIns="87775" tIns="43875" rIns="87775" bIns="438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bordered)" type="blank">
  <p:cSld name="BLANK">
    <p:spTree>
      <p:nvGrpSpPr>
        <p:cNvPr id="1" name="Shape 25"/>
        <p:cNvGrpSpPr/>
        <p:nvPr/>
      </p:nvGrpSpPr>
      <p:grpSpPr>
        <a:xfrm>
          <a:off x="0" y="0"/>
          <a:ext cx="0" cy="0"/>
          <a:chOff x="0" y="0"/>
          <a:chExt cx="0" cy="0"/>
        </a:xfrm>
      </p:grpSpPr>
      <p:sp>
        <p:nvSpPr>
          <p:cNvPr id="26" name="Google Shape;26;p4"/>
          <p:cNvSpPr/>
          <p:nvPr/>
        </p:nvSpPr>
        <p:spPr>
          <a:xfrm>
            <a:off x="320040" y="340199"/>
            <a:ext cx="6187440" cy="89125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no border)">
  <p:cSld name="Blank (no border)">
    <p:spTree>
      <p:nvGrpSpPr>
        <p:cNvPr id="1" name="Shape 27"/>
        <p:cNvGrpSpPr/>
        <p:nvPr/>
      </p:nvGrpSpPr>
      <p:grpSpPr>
        <a:xfrm>
          <a:off x="0" y="0"/>
          <a:ext cx="0" cy="0"/>
          <a:chOff x="0" y="0"/>
          <a:chExt cx="0" cy="0"/>
        </a:xfrm>
      </p:grpSpPr>
      <p:sp>
        <p:nvSpPr>
          <p:cNvPr id="28" name="Google Shape;28;p5"/>
          <p:cNvSpPr/>
          <p:nvPr/>
        </p:nvSpPr>
        <p:spPr>
          <a:xfrm>
            <a:off x="320040" y="340199"/>
            <a:ext cx="6187440" cy="89125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 name="Google Shape;29;p5"/>
          <p:cNvSpPr/>
          <p:nvPr/>
        </p:nvSpPr>
        <p:spPr>
          <a:xfrm>
            <a:off x="117000" y="115747"/>
            <a:ext cx="6624000" cy="964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225000" y="237000"/>
            <a:ext cx="6408000" cy="9432000"/>
          </a:xfrm>
          <a:prstGeom prst="rect">
            <a:avLst/>
          </a:prstGeom>
          <a:noFill/>
          <a:ln w="50800" cap="flat" cmpd="thinThick">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1" name="Google Shape;11;p1"/>
          <p:cNvGrpSpPr/>
          <p:nvPr/>
        </p:nvGrpSpPr>
        <p:grpSpPr>
          <a:xfrm>
            <a:off x="460430" y="414558"/>
            <a:ext cx="5940000" cy="724389"/>
            <a:chOff x="460429" y="414557"/>
            <a:chExt cx="5940000" cy="724389"/>
          </a:xfrm>
        </p:grpSpPr>
        <p:grpSp>
          <p:nvGrpSpPr>
            <p:cNvPr id="12" name="Google Shape;12;p1"/>
            <p:cNvGrpSpPr/>
            <p:nvPr/>
          </p:nvGrpSpPr>
          <p:grpSpPr>
            <a:xfrm>
              <a:off x="460429" y="438642"/>
              <a:ext cx="5940000" cy="700304"/>
              <a:chOff x="640080" y="491982"/>
              <a:chExt cx="5940000" cy="700304"/>
            </a:xfrm>
          </p:grpSpPr>
          <p:pic>
            <p:nvPicPr>
              <p:cNvPr id="13" name="Google Shape;13;p1"/>
              <p:cNvPicPr preferRelativeResize="0"/>
              <p:nvPr/>
            </p:nvPicPr>
            <p:blipFill rotWithShape="1">
              <a:blip r:embed="rId6">
                <a:alphaModFix/>
              </a:blip>
              <a:srcRect/>
              <a:stretch/>
            </p:blipFill>
            <p:spPr>
              <a:xfrm>
                <a:off x="660082" y="491982"/>
                <a:ext cx="712470" cy="601980"/>
              </a:xfrm>
              <a:prstGeom prst="rect">
                <a:avLst/>
              </a:prstGeom>
              <a:noFill/>
              <a:ln>
                <a:noFill/>
              </a:ln>
            </p:spPr>
          </p:pic>
          <p:cxnSp>
            <p:nvCxnSpPr>
              <p:cNvPr id="14" name="Google Shape;14;p1"/>
              <p:cNvCxnSpPr/>
              <p:nvPr/>
            </p:nvCxnSpPr>
            <p:spPr>
              <a:xfrm>
                <a:off x="640080" y="1192286"/>
                <a:ext cx="5940000" cy="0"/>
              </a:xfrm>
              <a:prstGeom prst="straightConnector1">
                <a:avLst/>
              </a:prstGeom>
              <a:noFill/>
              <a:ln w="19050" cap="flat" cmpd="sng">
                <a:solidFill>
                  <a:srgbClr val="FFFFFF"/>
                </a:solidFill>
                <a:prstDash val="solid"/>
                <a:round/>
                <a:headEnd type="none" w="med" len="med"/>
                <a:tailEnd type="none" w="med" len="med"/>
              </a:ln>
            </p:spPr>
          </p:cxnSp>
        </p:grpSp>
        <p:sp>
          <p:nvSpPr>
            <p:cNvPr id="15" name="Google Shape;15;p1"/>
            <p:cNvSpPr/>
            <p:nvPr/>
          </p:nvSpPr>
          <p:spPr>
            <a:xfrm>
              <a:off x="1283969" y="777280"/>
              <a:ext cx="5116459" cy="27699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Book:</a:t>
              </a:r>
              <a:endParaRPr sz="2000" b="0" i="0" u="none" strike="noStrike" cap="none">
                <a:solidFill>
                  <a:schemeClr val="dk1"/>
                </a:solidFill>
                <a:latin typeface="Calibri"/>
                <a:ea typeface="Calibri"/>
                <a:cs typeface="Calibri"/>
                <a:sym typeface="Calibri"/>
              </a:endParaRPr>
            </a:p>
          </p:txBody>
        </p:sp>
        <p:sp>
          <p:nvSpPr>
            <p:cNvPr id="16" name="Google Shape;16;p1"/>
            <p:cNvSpPr txBox="1"/>
            <p:nvPr/>
          </p:nvSpPr>
          <p:spPr>
            <a:xfrm>
              <a:off x="1283969" y="414557"/>
              <a:ext cx="5116460" cy="413524"/>
            </a:xfrm>
            <a:prstGeom prst="rect">
              <a:avLst/>
            </a:prstGeom>
            <a:noFill/>
            <a:ln>
              <a:noFill/>
            </a:ln>
          </p:spPr>
          <p:txBody>
            <a:bodyPr spcFirstLastPara="1" wrap="square" lIns="91425" tIns="0" rIns="91425" bIns="0" anchor="t" anchorCtr="0">
              <a:normAutofit/>
            </a:bodyPr>
            <a:lstStyle/>
            <a:p>
              <a:pPr marL="0" marR="0" lvl="0" indent="0" algn="l" rtl="0">
                <a:lnSpc>
                  <a:spcPct val="100000"/>
                </a:lnSpc>
                <a:spcBef>
                  <a:spcPts val="0"/>
                </a:spcBef>
                <a:spcAft>
                  <a:spcPts val="0"/>
                </a:spcAft>
                <a:buNone/>
              </a:pPr>
              <a:r>
                <a:rPr lang="en-US" sz="2400" b="1" i="0" u="none" strike="noStrike" cap="none">
                  <a:solidFill>
                    <a:srgbClr val="17365D"/>
                  </a:solidFill>
                  <a:latin typeface="Calibri"/>
                  <a:ea typeface="Calibri"/>
                  <a:cs typeface="Calibri"/>
                  <a:sym typeface="Calibri"/>
                </a:rPr>
                <a:t>Unit  – Topic</a:t>
              </a:r>
              <a:endParaRPr sz="700" b="1" i="0" u="none" strike="noStrike" cap="none">
                <a:solidFill>
                  <a:srgbClr val="17365D"/>
                </a:solidFill>
                <a:latin typeface="Calibri"/>
                <a:ea typeface="Calibri"/>
                <a:cs typeface="Calibri"/>
                <a:sym typeface="Calibri"/>
              </a:endParaRPr>
            </a:p>
          </p:txBody>
        </p:sp>
      </p:grpSp>
      <p:cxnSp>
        <p:nvCxnSpPr>
          <p:cNvPr id="2" name="AutoShape 8">
            <a:extLst>
              <a:ext uri="{FF2B5EF4-FFF2-40B4-BE49-F238E27FC236}">
                <a16:creationId xmlns:a16="http://schemas.microsoft.com/office/drawing/2014/main" id="{2D436227-7461-2F11-6965-DB33F629CB0B}"/>
              </a:ext>
            </a:extLst>
          </p:cNvPr>
          <p:cNvCxnSpPr>
            <a:cxnSpLocks noChangeShapeType="1"/>
          </p:cNvCxnSpPr>
          <p:nvPr userDrawn="1"/>
        </p:nvCxnSpPr>
        <p:spPr bwMode="auto">
          <a:xfrm>
            <a:off x="468115" y="1187681"/>
            <a:ext cx="5921773"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6"/>
          <p:cNvSpPr/>
          <p:nvPr/>
        </p:nvSpPr>
        <p:spPr>
          <a:xfrm>
            <a:off x="459002" y="1223695"/>
            <a:ext cx="1253420" cy="261610"/>
          </a:xfrm>
          <a:prstGeom prst="rect">
            <a:avLst/>
          </a:prstGeom>
          <a:noFill/>
          <a:ln>
            <a:noFill/>
          </a:ln>
        </p:spPr>
        <p:txBody>
          <a:bodyPr spcFirstLastPara="1" wrap="square" lIns="91425" tIns="45700" rIns="91425" bIns="45700" anchor="t" anchorCtr="0">
            <a:noAutofit/>
          </a:bodyPr>
          <a:lstStyle/>
          <a:p>
            <a:r>
              <a:rPr lang="en-US" sz="1100" b="1" i="1">
                <a:solidFill>
                  <a:schemeClr val="dk1"/>
                </a:solidFill>
                <a:latin typeface="Calibri"/>
                <a:ea typeface="Calibri"/>
                <a:cs typeface="Calibri"/>
                <a:sym typeface="Calibri"/>
              </a:rPr>
              <a:t>What to teach?</a:t>
            </a:r>
            <a:endParaRPr sz="1100">
              <a:solidFill>
                <a:schemeClr val="dk1"/>
              </a:solidFill>
              <a:latin typeface="Calibri"/>
              <a:ea typeface="Calibri"/>
              <a:cs typeface="Calibri"/>
              <a:sym typeface="Calibri"/>
            </a:endParaRPr>
          </a:p>
        </p:txBody>
      </p:sp>
      <p:sp>
        <p:nvSpPr>
          <p:cNvPr id="37" name="Google Shape;37;p6"/>
          <p:cNvSpPr/>
          <p:nvPr/>
        </p:nvSpPr>
        <p:spPr>
          <a:xfrm>
            <a:off x="4496846" y="1223695"/>
            <a:ext cx="1723147" cy="261610"/>
          </a:xfrm>
          <a:prstGeom prst="rect">
            <a:avLst/>
          </a:prstGeom>
          <a:noFill/>
          <a:ln>
            <a:noFill/>
          </a:ln>
        </p:spPr>
        <p:txBody>
          <a:bodyPr spcFirstLastPara="1" wrap="square" lIns="91425" tIns="45700" rIns="91425" bIns="45700" anchor="t" anchorCtr="0">
            <a:noAutofit/>
          </a:bodyPr>
          <a:lstStyle/>
          <a:p>
            <a:pPr algn="r"/>
            <a:r>
              <a:rPr lang="en-US" sz="1100" b="1" i="1" dirty="0">
                <a:solidFill>
                  <a:srgbClr val="BFBFBF"/>
                </a:solidFill>
                <a:latin typeface="Calibri"/>
                <a:ea typeface="Calibri"/>
                <a:cs typeface="Calibri"/>
                <a:sym typeface="Calibri"/>
              </a:rPr>
              <a:t>February 2026 Template</a:t>
            </a:r>
            <a:endParaRPr sz="1100" b="1" dirty="0">
              <a:solidFill>
                <a:srgbClr val="BFBFBF"/>
              </a:solidFill>
              <a:latin typeface="Calibri"/>
              <a:ea typeface="Calibri"/>
              <a:cs typeface="Calibri"/>
              <a:sym typeface="Calibri"/>
            </a:endParaRPr>
          </a:p>
        </p:txBody>
      </p:sp>
      <p:sp>
        <p:nvSpPr>
          <p:cNvPr id="38" name="Google Shape;38;p6"/>
          <p:cNvSpPr/>
          <p:nvPr/>
        </p:nvSpPr>
        <p:spPr>
          <a:xfrm>
            <a:off x="459002" y="2614345"/>
            <a:ext cx="1057275" cy="261610"/>
          </a:xfrm>
          <a:prstGeom prst="rect">
            <a:avLst/>
          </a:prstGeom>
          <a:noFill/>
          <a:ln>
            <a:noFill/>
          </a:ln>
        </p:spPr>
        <p:txBody>
          <a:bodyPr spcFirstLastPara="1" wrap="square" lIns="91425" tIns="45700" rIns="91425" bIns="45700" anchor="t" anchorCtr="0">
            <a:noAutofit/>
          </a:bodyPr>
          <a:lstStyle/>
          <a:p>
            <a:r>
              <a:rPr lang="en-US" sz="1100" b="1" i="1">
                <a:solidFill>
                  <a:schemeClr val="dk1"/>
                </a:solidFill>
                <a:latin typeface="Calibri"/>
                <a:ea typeface="Calibri"/>
                <a:cs typeface="Calibri"/>
                <a:sym typeface="Calibri"/>
              </a:rPr>
              <a:t>Why to teach?</a:t>
            </a:r>
            <a:endParaRPr sz="1100">
              <a:solidFill>
                <a:schemeClr val="dk1"/>
              </a:solidFill>
              <a:latin typeface="Calibri"/>
              <a:ea typeface="Calibri"/>
              <a:cs typeface="Calibri"/>
              <a:sym typeface="Calibri"/>
            </a:endParaRPr>
          </a:p>
        </p:txBody>
      </p:sp>
      <p:graphicFrame>
        <p:nvGraphicFramePr>
          <p:cNvPr id="39" name="Google Shape;39;p6"/>
          <p:cNvGraphicFramePr/>
          <p:nvPr>
            <p:extLst>
              <p:ext uri="{D42A27DB-BD31-4B8C-83A1-F6EECF244321}">
                <p14:modId xmlns:p14="http://schemas.microsoft.com/office/powerpoint/2010/main" val="3479314646"/>
              </p:ext>
            </p:extLst>
          </p:nvPr>
        </p:nvGraphicFramePr>
        <p:xfrm>
          <a:off x="459000" y="2875955"/>
          <a:ext cx="5940000" cy="396000"/>
        </p:xfrm>
        <a:graphic>
          <a:graphicData uri="http://schemas.openxmlformats.org/drawingml/2006/table">
            <a:tbl>
              <a:tblPr>
                <a:noFill/>
                <a:tableStyleId>{E04A50F8-CE03-4C54-8BED-68F0210BB98D}</a:tableStyleId>
              </a:tblPr>
              <a:tblGrid>
                <a:gridCol w="1080000">
                  <a:extLst>
                    <a:ext uri="{9D8B030D-6E8A-4147-A177-3AD203B41FA5}">
                      <a16:colId xmlns:a16="http://schemas.microsoft.com/office/drawing/2014/main" val="20000"/>
                    </a:ext>
                  </a:extLst>
                </a:gridCol>
                <a:gridCol w="4860000">
                  <a:extLst>
                    <a:ext uri="{9D8B030D-6E8A-4147-A177-3AD203B41FA5}">
                      <a16:colId xmlns:a16="http://schemas.microsoft.com/office/drawing/2014/main" val="20001"/>
                    </a:ext>
                  </a:extLst>
                </a:gridCol>
              </a:tblGrid>
              <a:tr h="396000">
                <a:tc>
                  <a:txBody>
                    <a:bodyPr/>
                    <a:lstStyle/>
                    <a:p>
                      <a:pPr marL="0" marR="0" lvl="0" indent="0" algn="l" rtl="0">
                        <a:lnSpc>
                          <a:spcPct val="107000"/>
                        </a:lnSpc>
                        <a:spcBef>
                          <a:spcPts val="0"/>
                        </a:spcBef>
                        <a:spcAft>
                          <a:spcPts val="0"/>
                        </a:spcAft>
                        <a:buNone/>
                      </a:pPr>
                      <a:r>
                        <a:rPr lang="en-US" sz="1000" b="1" i="1" u="none" strike="noStrike" cap="none" dirty="0"/>
                        <a:t>Lesson Objective:</a:t>
                      </a:r>
                      <a:endParaRPr sz="1100" b="1" i="1" u="none" strike="noStrike" cap="none" dirty="0">
                        <a:latin typeface="Malgun Gothic"/>
                        <a:ea typeface="Malgun Gothic"/>
                        <a:cs typeface="Malgun Gothic"/>
                        <a:sym typeface="Malgun Gothic"/>
                      </a:endParaRPr>
                    </a:p>
                  </a:txBody>
                  <a:tcPr marL="68575" marR="685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7000"/>
                        </a:lnSpc>
                        <a:spcBef>
                          <a:spcPts val="0"/>
                        </a:spcBef>
                        <a:spcAft>
                          <a:spcPts val="0"/>
                        </a:spcAft>
                        <a:buNone/>
                      </a:pPr>
                      <a:r>
                        <a:rPr lang="en-US" sz="1000" b="1" i="0" u="none" strike="noStrike" cap="none" dirty="0">
                          <a:solidFill>
                            <a:schemeClr val="dk1"/>
                          </a:solidFill>
                        </a:rPr>
                        <a:t>SWBAT work together to generate ideas for the essay topic and complete brainstorming.</a:t>
                      </a:r>
                      <a:endParaRPr sz="1100" b="1" i="0" u="none" strike="noStrike" cap="none" dirty="0">
                        <a:solidFill>
                          <a:schemeClr val="dk1"/>
                        </a:solidFill>
                        <a:latin typeface="Malgun Gothic"/>
                        <a:ea typeface="Malgun Gothic"/>
                        <a:cs typeface="Malgun Gothic"/>
                        <a:sym typeface="Malgun Gothic"/>
                      </a:endParaRPr>
                    </a:p>
                  </a:txBody>
                  <a:tcPr marL="68575" marR="685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40" name="Google Shape;40;p6"/>
          <p:cNvSpPr/>
          <p:nvPr/>
        </p:nvSpPr>
        <p:spPr>
          <a:xfrm>
            <a:off x="459002" y="3310990"/>
            <a:ext cx="1057275" cy="261610"/>
          </a:xfrm>
          <a:prstGeom prst="rect">
            <a:avLst/>
          </a:prstGeom>
          <a:noFill/>
          <a:ln>
            <a:noFill/>
          </a:ln>
        </p:spPr>
        <p:txBody>
          <a:bodyPr spcFirstLastPara="1" wrap="square" lIns="91425" tIns="45700" rIns="91425" bIns="45700" anchor="t" anchorCtr="0">
            <a:noAutofit/>
          </a:bodyPr>
          <a:lstStyle/>
          <a:p>
            <a:r>
              <a:rPr lang="en-US" sz="1100" b="1" i="1">
                <a:solidFill>
                  <a:schemeClr val="dk1"/>
                </a:solidFill>
                <a:latin typeface="Calibri"/>
                <a:ea typeface="Calibri"/>
                <a:cs typeface="Calibri"/>
                <a:sym typeface="Calibri"/>
              </a:rPr>
              <a:t>How to teach?</a:t>
            </a:r>
            <a:endParaRPr sz="1100">
              <a:solidFill>
                <a:schemeClr val="dk1"/>
              </a:solidFill>
              <a:latin typeface="Calibri"/>
              <a:ea typeface="Calibri"/>
              <a:cs typeface="Calibri"/>
              <a:sym typeface="Calibri"/>
            </a:endParaRPr>
          </a:p>
        </p:txBody>
      </p:sp>
      <p:graphicFrame>
        <p:nvGraphicFramePr>
          <p:cNvPr id="41" name="Google Shape;41;p6"/>
          <p:cNvGraphicFramePr/>
          <p:nvPr>
            <p:extLst>
              <p:ext uri="{D42A27DB-BD31-4B8C-83A1-F6EECF244321}">
                <p14:modId xmlns:p14="http://schemas.microsoft.com/office/powerpoint/2010/main" val="676823571"/>
              </p:ext>
            </p:extLst>
          </p:nvPr>
        </p:nvGraphicFramePr>
        <p:xfrm>
          <a:off x="459000" y="3568105"/>
          <a:ext cx="5940000" cy="504000"/>
        </p:xfrm>
        <a:graphic>
          <a:graphicData uri="http://schemas.openxmlformats.org/drawingml/2006/table">
            <a:tbl>
              <a:tblPr>
                <a:noFill/>
                <a:tableStyleId>{E04A50F8-CE03-4C54-8BED-68F0210BB98D}</a:tableStyleId>
              </a:tblPr>
              <a:tblGrid>
                <a:gridCol w="1080000">
                  <a:extLst>
                    <a:ext uri="{9D8B030D-6E8A-4147-A177-3AD203B41FA5}">
                      <a16:colId xmlns:a16="http://schemas.microsoft.com/office/drawing/2014/main" val="20000"/>
                    </a:ext>
                  </a:extLst>
                </a:gridCol>
                <a:gridCol w="2412000">
                  <a:extLst>
                    <a:ext uri="{9D8B030D-6E8A-4147-A177-3AD203B41FA5}">
                      <a16:colId xmlns:a16="http://schemas.microsoft.com/office/drawing/2014/main" val="20001"/>
                    </a:ext>
                  </a:extLst>
                </a:gridCol>
                <a:gridCol w="2448000">
                  <a:extLst>
                    <a:ext uri="{9D8B030D-6E8A-4147-A177-3AD203B41FA5}">
                      <a16:colId xmlns:a16="http://schemas.microsoft.com/office/drawing/2014/main" val="20002"/>
                    </a:ext>
                  </a:extLst>
                </a:gridCol>
              </a:tblGrid>
              <a:tr h="504000">
                <a:tc>
                  <a:txBody>
                    <a:bodyPr/>
                    <a:lstStyle/>
                    <a:p>
                      <a:pPr marL="0" marR="0" lvl="0" indent="0" algn="l" rtl="0">
                        <a:lnSpc>
                          <a:spcPct val="107000"/>
                        </a:lnSpc>
                        <a:spcBef>
                          <a:spcPts val="0"/>
                        </a:spcBef>
                        <a:spcAft>
                          <a:spcPts val="0"/>
                        </a:spcAft>
                        <a:buNone/>
                      </a:pPr>
                      <a:r>
                        <a:rPr lang="en-US" sz="1000" b="1" i="1" u="none" strike="noStrike" cap="none" dirty="0"/>
                        <a:t>Materials:</a:t>
                      </a:r>
                      <a:endParaRPr sz="1100" b="1" i="1" u="none" strike="noStrike" cap="none" dirty="0">
                        <a:latin typeface="Malgun Gothic"/>
                        <a:ea typeface="Malgun Gothic"/>
                        <a:cs typeface="Malgun Gothic"/>
                        <a:sym typeface="Malgun Gothic"/>
                      </a:endParaRPr>
                    </a:p>
                  </a:txBody>
                  <a:tcPr marL="68575" marR="685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7000"/>
                        </a:lnSpc>
                        <a:spcBef>
                          <a:spcPts val="0"/>
                        </a:spcBef>
                        <a:spcAft>
                          <a:spcPts val="0"/>
                        </a:spcAft>
                        <a:buNone/>
                      </a:pPr>
                      <a:r>
                        <a:rPr lang="en-US" sz="1000" b="1" i="0" u="none" strike="noStrike" cap="none" dirty="0">
                          <a:solidFill>
                            <a:schemeClr val="dk1"/>
                          </a:solidFill>
                          <a:latin typeface="Calibri"/>
                          <a:ea typeface="Calibri"/>
                          <a:cs typeface="Calibri"/>
                          <a:sym typeface="Calibri"/>
                        </a:rPr>
                        <a:t>PLE: </a:t>
                      </a:r>
                      <a:r>
                        <a:rPr lang="en-US" sz="1000" b="0" i="0" u="none" strike="noStrike" cap="none" dirty="0">
                          <a:solidFill>
                            <a:srgbClr val="FF0000"/>
                          </a:solidFill>
                          <a:latin typeface="Calibri"/>
                          <a:ea typeface="Calibri"/>
                          <a:cs typeface="Calibri"/>
                          <a:sym typeface="Calibri"/>
                        </a:rPr>
                        <a:t>Teacher Pages</a:t>
                      </a:r>
                      <a:endParaRPr sz="1000" b="0" i="0" u="none" strike="noStrike" cap="none" dirty="0">
                        <a:solidFill>
                          <a:srgbClr val="FF0000"/>
                        </a:solidFill>
                        <a:latin typeface="Calibri"/>
                        <a:ea typeface="Calibri"/>
                        <a:cs typeface="Calibri"/>
                        <a:sym typeface="Calibri"/>
                      </a:endParaRPr>
                    </a:p>
                    <a:p>
                      <a:pPr marL="0" marR="0" lvl="0" indent="0" algn="l" rtl="0">
                        <a:lnSpc>
                          <a:spcPct val="107000"/>
                        </a:lnSpc>
                        <a:spcBef>
                          <a:spcPts val="0"/>
                        </a:spcBef>
                        <a:spcAft>
                          <a:spcPts val="0"/>
                        </a:spcAft>
                        <a:buNone/>
                      </a:pPr>
                      <a:r>
                        <a:rPr lang="en-US" sz="1000" b="1" i="0" u="none" strike="noStrike" cap="none" dirty="0">
                          <a:solidFill>
                            <a:schemeClr val="dk1"/>
                          </a:solidFill>
                          <a:latin typeface="Calibri"/>
                          <a:ea typeface="Calibri"/>
                          <a:cs typeface="Calibri"/>
                          <a:sym typeface="Calibri"/>
                        </a:rPr>
                        <a:t>Warm-up: </a:t>
                      </a:r>
                      <a:r>
                        <a:rPr lang="en-US" sz="1000" b="0" i="0" u="none" strike="noStrike" cap="none" dirty="0">
                          <a:solidFill>
                            <a:srgbClr val="FF0000"/>
                          </a:solidFill>
                          <a:latin typeface="Calibri"/>
                          <a:ea typeface="Calibri"/>
                          <a:cs typeface="Calibri"/>
                          <a:sym typeface="Calibri"/>
                        </a:rPr>
                        <a:t>PPT</a:t>
                      </a:r>
                      <a:endParaRPr dirty="0"/>
                    </a:p>
                    <a:p>
                      <a:pPr marL="0" marR="0" lvl="0" indent="0" algn="l" rtl="0">
                        <a:lnSpc>
                          <a:spcPct val="107000"/>
                        </a:lnSpc>
                        <a:spcBef>
                          <a:spcPts val="0"/>
                        </a:spcBef>
                        <a:spcAft>
                          <a:spcPts val="0"/>
                        </a:spcAft>
                        <a:buClr>
                          <a:schemeClr val="dk1"/>
                        </a:buClr>
                        <a:buSzPts val="1000"/>
                        <a:buFont typeface="Calibri"/>
                        <a:buNone/>
                      </a:pPr>
                      <a:r>
                        <a:rPr lang="en-US" sz="1000" b="1" i="0" u="none" strike="noStrike" cap="none" dirty="0">
                          <a:solidFill>
                            <a:schemeClr val="dk1"/>
                          </a:solidFill>
                          <a:latin typeface="Calibri"/>
                          <a:ea typeface="Calibri"/>
                          <a:cs typeface="Calibri"/>
                          <a:sym typeface="Calibri"/>
                        </a:rPr>
                        <a:t>Task: </a:t>
                      </a:r>
                      <a:r>
                        <a:rPr lang="en-US" sz="1000" b="0" i="0" u="none" strike="noStrike" cap="none" dirty="0">
                          <a:solidFill>
                            <a:srgbClr val="FF0000"/>
                          </a:solidFill>
                          <a:latin typeface="Calibri"/>
                          <a:ea typeface="Calibri"/>
                          <a:cs typeface="Calibri"/>
                          <a:sym typeface="Calibri"/>
                        </a:rPr>
                        <a:t>PPT &amp; Worksheet</a:t>
                      </a:r>
                      <a:endParaRPr sz="1000" b="0" i="0" u="none" strike="noStrike" cap="none" dirty="0">
                        <a:solidFill>
                          <a:srgbClr val="FF0000"/>
                        </a:solidFill>
                        <a:latin typeface="Calibri"/>
                        <a:ea typeface="Calibri"/>
                        <a:cs typeface="Calibri"/>
                        <a:sym typeface="Calibri"/>
                      </a:endParaRPr>
                    </a:p>
                  </a:txBody>
                  <a:tcPr marL="68575" marR="6857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7000"/>
                        </a:lnSpc>
                        <a:spcBef>
                          <a:spcPts val="0"/>
                        </a:spcBef>
                        <a:spcAft>
                          <a:spcPts val="0"/>
                        </a:spcAft>
                        <a:buNone/>
                      </a:pPr>
                      <a:r>
                        <a:rPr lang="en-US" sz="1000" b="1" i="0" u="none" strike="noStrike" cap="none" dirty="0">
                          <a:solidFill>
                            <a:schemeClr val="dk1"/>
                          </a:solidFill>
                          <a:latin typeface="Calibri"/>
                          <a:ea typeface="Calibri"/>
                          <a:cs typeface="Calibri"/>
                          <a:sym typeface="Calibri"/>
                        </a:rPr>
                        <a:t>Essay: </a:t>
                      </a:r>
                      <a:r>
                        <a:rPr lang="en-US" sz="1000" b="0" i="0" u="none" strike="noStrike" cap="none" dirty="0">
                          <a:solidFill>
                            <a:srgbClr val="FF0000"/>
                          </a:solidFill>
                          <a:latin typeface="Calibri"/>
                          <a:ea typeface="Calibri"/>
                          <a:cs typeface="Calibri"/>
                          <a:sym typeface="Calibri"/>
                        </a:rPr>
                        <a:t>Worksheet</a:t>
                      </a:r>
                      <a:endParaRPr dirty="0"/>
                    </a:p>
                    <a:p>
                      <a:pPr marL="0" marR="0" lvl="0" indent="0" algn="l" rtl="0">
                        <a:lnSpc>
                          <a:spcPct val="107000"/>
                        </a:lnSpc>
                        <a:spcBef>
                          <a:spcPts val="0"/>
                        </a:spcBef>
                        <a:spcAft>
                          <a:spcPts val="0"/>
                        </a:spcAft>
                        <a:buClr>
                          <a:schemeClr val="dk1"/>
                        </a:buClr>
                        <a:buSzPts val="1000"/>
                        <a:buFont typeface="Calibri"/>
                        <a:buNone/>
                      </a:pPr>
                      <a:r>
                        <a:rPr lang="en-US" sz="1000" b="1" i="0" u="none" strike="noStrike" cap="none" dirty="0">
                          <a:solidFill>
                            <a:schemeClr val="dk1"/>
                          </a:solidFill>
                          <a:latin typeface="Calibri"/>
                          <a:ea typeface="Calibri"/>
                          <a:cs typeface="Calibri"/>
                          <a:sym typeface="Calibri"/>
                        </a:rPr>
                        <a:t>Closure:</a:t>
                      </a:r>
                      <a:endParaRPr sz="1000" b="0" i="0" u="none" strike="noStrike" cap="none" dirty="0">
                        <a:solidFill>
                          <a:srgbClr val="FF0000"/>
                        </a:solidFill>
                        <a:latin typeface="Calibri"/>
                        <a:ea typeface="Calibri"/>
                        <a:cs typeface="Calibri"/>
                        <a:sym typeface="Calibri"/>
                      </a:endParaRPr>
                    </a:p>
                  </a:txBody>
                  <a:tcPr marL="68575" marR="6857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42" name="Google Shape;42;p6"/>
          <p:cNvSpPr/>
          <p:nvPr/>
        </p:nvSpPr>
        <p:spPr>
          <a:xfrm>
            <a:off x="459000" y="4253864"/>
            <a:ext cx="5940000" cy="216000"/>
          </a:xfrm>
          <a:prstGeom prst="rect">
            <a:avLst/>
          </a:prstGeom>
          <a:solidFill>
            <a:srgbClr val="D8D8D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r>
              <a:rPr lang="en-US" sz="1100" b="1" i="1">
                <a:solidFill>
                  <a:schemeClr val="dk1"/>
                </a:solidFill>
                <a:latin typeface="Calibri"/>
                <a:ea typeface="Calibri"/>
                <a:cs typeface="Calibri"/>
                <a:sym typeface="Calibri"/>
              </a:rPr>
              <a:t>Pre-Lesson Engagement: </a:t>
            </a:r>
            <a:r>
              <a:rPr lang="en-US" sz="1100" i="1">
                <a:solidFill>
                  <a:schemeClr val="dk1"/>
                </a:solidFill>
                <a:latin typeface="Calibri"/>
                <a:ea typeface="Calibri"/>
                <a:cs typeface="Calibri"/>
                <a:sym typeface="Calibri"/>
              </a:rPr>
              <a:t>A review of the content and vocabulary from the reading. </a:t>
            </a:r>
            <a:endParaRPr sz="1100" i="1">
              <a:solidFill>
                <a:schemeClr val="dk1"/>
              </a:solidFill>
              <a:latin typeface="Calibri"/>
              <a:ea typeface="Calibri"/>
              <a:cs typeface="Calibri"/>
              <a:sym typeface="Calibri"/>
            </a:endParaRPr>
          </a:p>
        </p:txBody>
      </p:sp>
      <p:sp>
        <p:nvSpPr>
          <p:cNvPr id="43" name="Google Shape;43;p6"/>
          <p:cNvSpPr txBox="1"/>
          <p:nvPr/>
        </p:nvSpPr>
        <p:spPr>
          <a:xfrm>
            <a:off x="459000" y="5235879"/>
            <a:ext cx="5940000" cy="398958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r>
              <a:rPr lang="en-US" sz="1100" b="1" dirty="0">
                <a:solidFill>
                  <a:schemeClr val="dk1"/>
                </a:solidFill>
                <a:latin typeface="Calibri"/>
                <a:ea typeface="Calibri"/>
                <a:cs typeface="Calibri"/>
                <a:sym typeface="Calibri"/>
              </a:rPr>
              <a:t>Part 1:</a:t>
            </a:r>
            <a:r>
              <a:rPr lang="en-US" sz="1100" dirty="0">
                <a:solidFill>
                  <a:schemeClr val="dk1"/>
                </a:solidFill>
                <a:latin typeface="Calibri"/>
                <a:ea typeface="Calibri"/>
                <a:cs typeface="Calibri"/>
                <a:sym typeface="Calibri"/>
              </a:rPr>
              <a:t> </a:t>
            </a:r>
            <a:r>
              <a:rPr lang="en-US" sz="1100" b="1" dirty="0">
                <a:solidFill>
                  <a:schemeClr val="dk1"/>
                </a:solidFill>
                <a:latin typeface="Calibri"/>
                <a:ea typeface="Calibri"/>
                <a:cs typeface="Calibri"/>
                <a:sym typeface="Calibri"/>
              </a:rPr>
              <a:t>Discussion Questions (Purpose: To reintroduce the topic covered in the KTs class.)</a:t>
            </a:r>
            <a:endParaRPr dirty="0"/>
          </a:p>
          <a:p>
            <a:endParaRPr sz="1100" b="1" dirty="0">
              <a:solidFill>
                <a:schemeClr val="dk1"/>
              </a:solidFill>
              <a:latin typeface="Calibri"/>
              <a:ea typeface="Calibri"/>
              <a:cs typeface="Calibri"/>
              <a:sym typeface="Calibri"/>
            </a:endParaRPr>
          </a:p>
          <a:p>
            <a:r>
              <a:rPr lang="en-US" sz="1100" dirty="0">
                <a:solidFill>
                  <a:schemeClr val="dk1"/>
                </a:solidFill>
                <a:latin typeface="Calibri"/>
                <a:ea typeface="Calibri"/>
                <a:cs typeface="Calibri"/>
                <a:sym typeface="Calibri"/>
              </a:rPr>
              <a:t>Use the following questions to elicit a classroom discussion about the topic.</a:t>
            </a:r>
            <a:endParaRPr dirty="0"/>
          </a:p>
          <a:p>
            <a:endParaRPr sz="1100" b="1" dirty="0">
              <a:solidFill>
                <a:schemeClr val="dk1"/>
              </a:solidFill>
              <a:latin typeface="Calibri"/>
              <a:ea typeface="Calibri"/>
              <a:cs typeface="Calibri"/>
              <a:sym typeface="Calibri"/>
            </a:endParaRPr>
          </a:p>
          <a:p>
            <a:r>
              <a:rPr lang="en-US" sz="1100" b="1" u="sng" dirty="0">
                <a:solidFill>
                  <a:schemeClr val="dk1"/>
                </a:solidFill>
                <a:latin typeface="Calibri"/>
                <a:ea typeface="Calibri"/>
                <a:cs typeface="Calibri"/>
                <a:sym typeface="Calibri"/>
              </a:rPr>
              <a:t>Questions: </a:t>
            </a:r>
            <a:endParaRPr dirty="0"/>
          </a:p>
          <a:p>
            <a:pPr marL="228600" indent="-228600">
              <a:buClr>
                <a:schemeClr val="dk1"/>
              </a:buClr>
              <a:buSzPts val="1100"/>
              <a:buFont typeface="Calibri"/>
              <a:buAutoNum type="arabicPeriod"/>
            </a:pPr>
            <a:r>
              <a:rPr lang="en-US" sz="1100" dirty="0">
                <a:solidFill>
                  <a:schemeClr val="dk1"/>
                </a:solidFill>
                <a:latin typeface="Calibri"/>
                <a:ea typeface="Calibri"/>
                <a:cs typeface="Calibri"/>
                <a:sym typeface="Calibri"/>
              </a:rPr>
              <a:t>Question</a:t>
            </a:r>
            <a:r>
              <a:rPr lang="en-US" sz="1100" b="1" dirty="0">
                <a:solidFill>
                  <a:schemeClr val="dk1"/>
                </a:solidFill>
                <a:latin typeface="Calibri"/>
                <a:ea typeface="Calibri"/>
                <a:cs typeface="Calibri"/>
                <a:sym typeface="Calibri"/>
              </a:rPr>
              <a:t> (Answers will vary) </a:t>
            </a:r>
            <a:endParaRPr dirty="0"/>
          </a:p>
          <a:p>
            <a:pPr marL="228600" indent="-228600">
              <a:buClr>
                <a:schemeClr val="dk1"/>
              </a:buClr>
              <a:buSzPts val="1100"/>
              <a:buFont typeface="Calibri"/>
              <a:buAutoNum type="arabicPeriod"/>
            </a:pPr>
            <a:r>
              <a:rPr lang="en-US" sz="1100" dirty="0">
                <a:solidFill>
                  <a:schemeClr val="dk1"/>
                </a:solidFill>
                <a:latin typeface="Calibri"/>
                <a:ea typeface="Calibri"/>
                <a:cs typeface="Calibri"/>
                <a:sym typeface="Calibri"/>
              </a:rPr>
              <a:t>Question</a:t>
            </a:r>
            <a:r>
              <a:rPr lang="en-US" sz="1100" b="1" dirty="0">
                <a:solidFill>
                  <a:schemeClr val="dk1"/>
                </a:solidFill>
                <a:latin typeface="Calibri"/>
                <a:ea typeface="Calibri"/>
                <a:cs typeface="Calibri"/>
                <a:sym typeface="Calibri"/>
              </a:rPr>
              <a:t> (Answers will vary)</a:t>
            </a:r>
            <a:endParaRPr dirty="0"/>
          </a:p>
          <a:p>
            <a:endParaRPr sz="1100" b="1"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Part 2: Vocabulary Review (Purpose: To check keywords that students will see in the lesson and essay topic.)</a:t>
            </a:r>
            <a:endParaRPr dirty="0"/>
          </a:p>
          <a:p>
            <a:r>
              <a:rPr lang="en-US" sz="1100" dirty="0">
                <a:solidFill>
                  <a:schemeClr val="dk1"/>
                </a:solidFill>
                <a:latin typeface="Calibri"/>
                <a:ea typeface="Calibri"/>
                <a:cs typeface="Calibri"/>
                <a:sym typeface="Calibri"/>
              </a:rPr>
              <a:t>Instructions</a:t>
            </a:r>
            <a:endParaRPr dirty="0"/>
          </a:p>
          <a:p>
            <a:endParaRPr sz="1100" b="1" dirty="0">
              <a:solidFill>
                <a:schemeClr val="dk1"/>
              </a:solidFill>
              <a:latin typeface="Calibri"/>
              <a:ea typeface="Calibri"/>
              <a:cs typeface="Calibri"/>
              <a:sym typeface="Calibri"/>
            </a:endParaRPr>
          </a:p>
          <a:p>
            <a:pPr lvl="0"/>
            <a:r>
              <a:rPr lang="en-US" sz="1100" b="1" u="sng" dirty="0">
                <a:solidFill>
                  <a:schemeClr val="dk1"/>
                </a:solidFill>
                <a:latin typeface="Calibri"/>
                <a:ea typeface="Calibri"/>
                <a:cs typeface="Calibri"/>
                <a:sym typeface="Calibri"/>
              </a:rPr>
              <a:t>Words: </a:t>
            </a:r>
            <a:r>
              <a:rPr lang="en-US" sz="1100" b="1" dirty="0">
                <a:solidFill>
                  <a:schemeClr val="dk1"/>
                </a:solidFill>
                <a:latin typeface="Calibri"/>
                <a:ea typeface="Calibri"/>
                <a:cs typeface="Calibri"/>
                <a:sym typeface="Calibri"/>
              </a:rPr>
              <a:t> (3 total – </a:t>
            </a:r>
            <a:r>
              <a:rPr lang="en-GB" sz="1100" b="1" dirty="0">
                <a:solidFill>
                  <a:schemeClr val="dk1"/>
                </a:solidFill>
                <a:latin typeface="Calibri"/>
                <a:ea typeface="Calibri"/>
                <a:cs typeface="Calibri"/>
              </a:rPr>
              <a:t>must appear in activities, please note the activity each word is used in</a:t>
            </a:r>
            <a:r>
              <a:rPr lang="en-US" sz="1100" b="1" dirty="0">
                <a:solidFill>
                  <a:schemeClr val="dk1"/>
                </a:solidFill>
                <a:latin typeface="Calibri"/>
                <a:ea typeface="Calibri"/>
                <a:cs typeface="Calibri"/>
                <a:sym typeface="Calibri"/>
              </a:rPr>
              <a:t>)</a:t>
            </a:r>
            <a:endParaRPr sz="1100" b="1" u="sng"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WORD </a:t>
            </a:r>
            <a:r>
              <a:rPr lang="en-US" sz="1100" dirty="0">
                <a:solidFill>
                  <a:schemeClr val="dk1"/>
                </a:solidFill>
                <a:latin typeface="Calibri"/>
                <a:ea typeface="Calibri"/>
                <a:cs typeface="Calibri"/>
                <a:sym typeface="Calibri"/>
              </a:rPr>
              <a:t>– Definition (</a:t>
            </a:r>
            <a:r>
              <a:rPr lang="en-US" sz="1100" b="1" dirty="0">
                <a:solidFill>
                  <a:schemeClr val="dk1"/>
                </a:solidFill>
                <a:latin typeface="Calibri"/>
                <a:ea typeface="Calibri"/>
                <a:cs typeface="Calibri"/>
                <a:sym typeface="Calibri"/>
              </a:rPr>
              <a:t>Activity:</a:t>
            </a:r>
            <a:r>
              <a:rPr lang="en-US" sz="1100" dirty="0">
                <a:solidFill>
                  <a:schemeClr val="dk1"/>
                </a:solidFill>
                <a:latin typeface="Calibri"/>
                <a:ea typeface="Calibri"/>
                <a:cs typeface="Calibri"/>
                <a:sym typeface="Calibri"/>
              </a:rPr>
              <a:t> )</a:t>
            </a:r>
            <a:endParaRPr dirty="0"/>
          </a:p>
          <a:p>
            <a:r>
              <a:rPr lang="en-US" sz="1100" b="1" dirty="0">
                <a:solidFill>
                  <a:schemeClr val="dk1"/>
                </a:solidFill>
                <a:latin typeface="Calibri"/>
                <a:ea typeface="Calibri"/>
                <a:cs typeface="Calibri"/>
                <a:sym typeface="Calibri"/>
              </a:rPr>
              <a:t>WORD </a:t>
            </a:r>
            <a:r>
              <a:rPr lang="en-US" sz="1100" dirty="0">
                <a:solidFill>
                  <a:schemeClr val="dk1"/>
                </a:solidFill>
                <a:latin typeface="Calibri"/>
                <a:ea typeface="Calibri"/>
                <a:cs typeface="Calibri"/>
                <a:sym typeface="Calibri"/>
              </a:rPr>
              <a:t>– Definition (</a:t>
            </a:r>
            <a:r>
              <a:rPr lang="en-US" sz="1100" b="1" dirty="0">
                <a:solidFill>
                  <a:schemeClr val="dk1"/>
                </a:solidFill>
                <a:latin typeface="Calibri"/>
                <a:ea typeface="Calibri"/>
                <a:cs typeface="Calibri"/>
                <a:sym typeface="Calibri"/>
              </a:rPr>
              <a:t>Activity:</a:t>
            </a:r>
            <a:r>
              <a:rPr lang="en-US" sz="1100" dirty="0">
                <a:solidFill>
                  <a:schemeClr val="dk1"/>
                </a:solidFill>
                <a:latin typeface="Calibri"/>
                <a:ea typeface="Calibri"/>
                <a:cs typeface="Calibri"/>
                <a:sym typeface="Calibri"/>
              </a:rPr>
              <a:t> ) </a:t>
            </a:r>
            <a:endParaRPr dirty="0"/>
          </a:p>
          <a:p>
            <a:r>
              <a:rPr lang="en-US" sz="1100" b="1" dirty="0">
                <a:solidFill>
                  <a:schemeClr val="dk1"/>
                </a:solidFill>
                <a:latin typeface="Calibri"/>
                <a:ea typeface="Calibri"/>
                <a:cs typeface="Calibri"/>
                <a:sym typeface="Calibri"/>
              </a:rPr>
              <a:t>WORD </a:t>
            </a:r>
            <a:r>
              <a:rPr lang="en-US" sz="1100" dirty="0">
                <a:solidFill>
                  <a:schemeClr val="dk1"/>
                </a:solidFill>
                <a:latin typeface="Calibri"/>
                <a:ea typeface="Calibri"/>
                <a:cs typeface="Calibri"/>
                <a:sym typeface="Calibri"/>
              </a:rPr>
              <a:t>– Definition (</a:t>
            </a:r>
            <a:r>
              <a:rPr lang="en-US" sz="1100" b="1" dirty="0">
                <a:solidFill>
                  <a:schemeClr val="dk1"/>
                </a:solidFill>
                <a:latin typeface="Calibri"/>
                <a:ea typeface="Calibri"/>
                <a:cs typeface="Calibri"/>
                <a:sym typeface="Calibri"/>
              </a:rPr>
              <a:t>Activity:</a:t>
            </a:r>
            <a:r>
              <a:rPr lang="en-US" sz="1100" dirty="0">
                <a:solidFill>
                  <a:schemeClr val="dk1"/>
                </a:solidFill>
                <a:latin typeface="Calibri"/>
                <a:ea typeface="Calibri"/>
                <a:cs typeface="Calibri"/>
                <a:sym typeface="Calibri"/>
              </a:rPr>
              <a:t> )</a:t>
            </a:r>
            <a:endParaRPr lang="en-US" sz="1100" dirty="0"/>
          </a:p>
          <a:p>
            <a:r>
              <a:rPr lang="en-US" sz="1100" dirty="0">
                <a:solidFill>
                  <a:schemeClr val="dk1"/>
                </a:solidFill>
                <a:latin typeface="Calibri"/>
                <a:ea typeface="Calibri"/>
                <a:cs typeface="Calibri"/>
                <a:sym typeface="Calibri"/>
              </a:rPr>
              <a:t> </a:t>
            </a:r>
            <a:endParaRPr sz="1100" dirty="0">
              <a:solidFill>
                <a:schemeClr val="dk1"/>
              </a:solidFill>
              <a:latin typeface="Calibri"/>
              <a:ea typeface="Calibri"/>
              <a:cs typeface="Calibri"/>
              <a:sym typeface="Calibri"/>
            </a:endParaRPr>
          </a:p>
        </p:txBody>
      </p:sp>
      <p:sp>
        <p:nvSpPr>
          <p:cNvPr id="44" name="Google Shape;44;p6"/>
          <p:cNvSpPr/>
          <p:nvPr/>
        </p:nvSpPr>
        <p:spPr>
          <a:xfrm>
            <a:off x="459000" y="4469865"/>
            <a:ext cx="5940000" cy="766015"/>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dirty="0">
                <a:solidFill>
                  <a:schemeClr val="dk1"/>
                </a:solidFill>
                <a:latin typeface="Calibri"/>
                <a:ea typeface="Calibri"/>
                <a:cs typeface="Calibri"/>
                <a:sym typeface="Calibri"/>
              </a:rPr>
              <a:t>Timing</a:t>
            </a:r>
            <a:r>
              <a:rPr lang="en-US" sz="1100" i="1" dirty="0">
                <a:solidFill>
                  <a:schemeClr val="dk1"/>
                </a:solidFill>
                <a:latin typeface="Calibri"/>
                <a:ea typeface="Calibri"/>
                <a:cs typeface="Calibri"/>
                <a:sym typeface="Calibri"/>
              </a:rPr>
              <a:t>: 5-7 minutes.</a:t>
            </a:r>
            <a:br>
              <a:rPr lang="en-US" sz="1100" i="1" dirty="0">
                <a:solidFill>
                  <a:schemeClr val="dk1"/>
                </a:solidFill>
                <a:latin typeface="Calibri"/>
                <a:ea typeface="Calibri"/>
                <a:cs typeface="Calibri"/>
                <a:sym typeface="Calibri"/>
              </a:rPr>
            </a:br>
            <a:r>
              <a:rPr lang="en-US" sz="1100" b="1" i="1" dirty="0">
                <a:solidFill>
                  <a:schemeClr val="dk1"/>
                </a:solidFill>
                <a:latin typeface="Calibri"/>
                <a:ea typeface="Calibri"/>
                <a:cs typeface="Calibri"/>
                <a:sym typeface="Calibri"/>
              </a:rPr>
              <a:t>Notes</a:t>
            </a:r>
            <a:r>
              <a:rPr lang="en-US" sz="1100" i="1" dirty="0">
                <a:solidFill>
                  <a:schemeClr val="dk1"/>
                </a:solidFill>
                <a:latin typeface="Calibri"/>
                <a:ea typeface="Calibri"/>
                <a:cs typeface="Calibri"/>
                <a:sym typeface="Calibri"/>
              </a:rPr>
              <a:t>: Do not skip this section for essay lessons. Link the discussion question to the essay topic, check key vocab words from the topic, and use the comprehension questions to elicit background information.</a:t>
            </a:r>
            <a:endParaRPr sz="1100" i="1" dirty="0">
              <a:solidFill>
                <a:schemeClr val="dk1"/>
              </a:solidFill>
              <a:latin typeface="Calibri"/>
              <a:ea typeface="Calibri"/>
              <a:cs typeface="Calibri"/>
              <a:sym typeface="Calibri"/>
            </a:endParaRPr>
          </a:p>
        </p:txBody>
      </p:sp>
      <p:graphicFrame>
        <p:nvGraphicFramePr>
          <p:cNvPr id="45" name="Google Shape;45;p6"/>
          <p:cNvGraphicFramePr/>
          <p:nvPr>
            <p:extLst>
              <p:ext uri="{D42A27DB-BD31-4B8C-83A1-F6EECF244321}">
                <p14:modId xmlns:p14="http://schemas.microsoft.com/office/powerpoint/2010/main" val="3068558907"/>
              </p:ext>
            </p:extLst>
          </p:nvPr>
        </p:nvGraphicFramePr>
        <p:xfrm>
          <a:off x="459000" y="1575336"/>
          <a:ext cx="5940000" cy="898000"/>
        </p:xfrm>
        <a:graphic>
          <a:graphicData uri="http://schemas.openxmlformats.org/drawingml/2006/table">
            <a:tbl>
              <a:tblPr>
                <a:noFill/>
                <a:tableStyleId>{E04A50F8-CE03-4C54-8BED-68F0210BB98D}</a:tableStyleId>
              </a:tblPr>
              <a:tblGrid>
                <a:gridCol w="1080000">
                  <a:extLst>
                    <a:ext uri="{9D8B030D-6E8A-4147-A177-3AD203B41FA5}">
                      <a16:colId xmlns:a16="http://schemas.microsoft.com/office/drawing/2014/main" val="20000"/>
                    </a:ext>
                  </a:extLst>
                </a:gridCol>
                <a:gridCol w="2088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692000">
                  <a:extLst>
                    <a:ext uri="{9D8B030D-6E8A-4147-A177-3AD203B41FA5}">
                      <a16:colId xmlns:a16="http://schemas.microsoft.com/office/drawing/2014/main" val="20003"/>
                    </a:ext>
                  </a:extLst>
                </a:gridCol>
              </a:tblGrid>
              <a:tr h="224500">
                <a:tc>
                  <a:txBody>
                    <a:bodyPr/>
                    <a:lstStyle/>
                    <a:p>
                      <a:pPr marL="0" marR="0" lvl="0" indent="0" algn="l" rtl="0">
                        <a:lnSpc>
                          <a:spcPct val="100000"/>
                        </a:lnSpc>
                        <a:spcBef>
                          <a:spcPts val="0"/>
                        </a:spcBef>
                        <a:spcAft>
                          <a:spcPts val="0"/>
                        </a:spcAft>
                        <a:buNone/>
                      </a:pPr>
                      <a:r>
                        <a:rPr lang="en-US" sz="1000" b="1" i="1" u="none" strike="noStrike" cap="none" dirty="0">
                          <a:latin typeface="Calibri"/>
                          <a:ea typeface="Calibri"/>
                          <a:cs typeface="Calibri"/>
                          <a:sym typeface="Calibri"/>
                        </a:rPr>
                        <a:t>Lesson Creator:</a:t>
                      </a:r>
                      <a:endParaRPr sz="1000" b="1" i="1" u="none" strike="noStrike" cap="none" dirty="0">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endParaRPr sz="1000" u="none" strike="noStrike" cap="none" dirty="0">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000" b="1" i="1" u="none" strike="noStrike" cap="none">
                          <a:latin typeface="Calibri"/>
                          <a:ea typeface="Calibri"/>
                          <a:cs typeface="Calibri"/>
                          <a:sym typeface="Calibri"/>
                        </a:rPr>
                        <a:t>Level:</a:t>
                      </a:r>
                      <a:endParaRPr sz="1000" b="1" i="1"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endParaRPr sz="1000"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24500">
                <a:tc>
                  <a:txBody>
                    <a:bodyPr/>
                    <a:lstStyle/>
                    <a:p>
                      <a:pPr marL="0" marR="0" lvl="0" indent="0" algn="l" rtl="0">
                        <a:lnSpc>
                          <a:spcPct val="100000"/>
                        </a:lnSpc>
                        <a:spcBef>
                          <a:spcPts val="0"/>
                        </a:spcBef>
                        <a:spcAft>
                          <a:spcPts val="0"/>
                        </a:spcAft>
                        <a:buNone/>
                      </a:pPr>
                      <a:r>
                        <a:rPr lang="en-US" sz="1000" b="1" i="1" u="none" strike="noStrike" cap="none">
                          <a:latin typeface="Calibri"/>
                          <a:ea typeface="Calibri"/>
                          <a:cs typeface="Calibri"/>
                          <a:sym typeface="Calibri"/>
                        </a:rPr>
                        <a:t>Reviewer: </a:t>
                      </a:r>
                      <a:endParaRPr sz="1000" b="1" i="1"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endParaRPr sz="1000"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000" b="1" i="1" u="none" strike="noStrike" cap="none">
                          <a:latin typeface="Calibri"/>
                          <a:ea typeface="Calibri"/>
                          <a:cs typeface="Calibri"/>
                          <a:sym typeface="Calibri"/>
                        </a:rPr>
                        <a:t>Essay Number:</a:t>
                      </a:r>
                      <a:endParaRPr sz="1000" b="1" i="1"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r>
                        <a:rPr lang="en-US" sz="1000" u="none" strike="noStrike" cap="none">
                          <a:latin typeface="Calibri"/>
                          <a:ea typeface="Calibri"/>
                          <a:cs typeface="Calibri"/>
                          <a:sym typeface="Calibri"/>
                        </a:rPr>
                        <a:t>Online Essay 0</a:t>
                      </a:r>
                      <a:endParaRPr sz="1000"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24500">
                <a:tc>
                  <a:txBody>
                    <a:bodyPr/>
                    <a:lstStyle/>
                    <a:p>
                      <a:pPr marL="0" marR="0" lvl="0" indent="0" algn="l" rtl="0">
                        <a:lnSpc>
                          <a:spcPct val="100000"/>
                        </a:lnSpc>
                        <a:spcBef>
                          <a:spcPts val="0"/>
                        </a:spcBef>
                        <a:spcAft>
                          <a:spcPts val="0"/>
                        </a:spcAft>
                        <a:buClr>
                          <a:schemeClr val="dk1"/>
                        </a:buClr>
                        <a:buSzPts val="1000"/>
                        <a:buFont typeface="Calibri"/>
                        <a:buNone/>
                      </a:pPr>
                      <a:r>
                        <a:rPr lang="en-US" sz="1000" b="1" i="1" u="none" strike="noStrike" cap="none">
                          <a:latin typeface="Calibri"/>
                          <a:ea typeface="Calibri"/>
                          <a:cs typeface="Calibri"/>
                          <a:sym typeface="Calibri"/>
                        </a:rPr>
                        <a:t>Teach Week:</a:t>
                      </a:r>
                      <a:endParaRPr sz="1000" b="1" i="1"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1000"/>
                        <a:buFont typeface="Calibri"/>
                        <a:buNone/>
                      </a:pPr>
                      <a:r>
                        <a:rPr lang="en-US" sz="1000" u="none" strike="noStrike" cap="none">
                          <a:latin typeface="Calibri"/>
                          <a:ea typeface="Calibri"/>
                          <a:cs typeface="Calibri"/>
                          <a:sym typeface="Calibri"/>
                        </a:rPr>
                        <a:t>Season Week 0</a:t>
                      </a:r>
                      <a:endParaRPr sz="1000"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000" b="1" i="1" u="none" strike="noStrike" cap="none">
                          <a:latin typeface="Calibri"/>
                          <a:ea typeface="Calibri"/>
                          <a:cs typeface="Calibri"/>
                          <a:sym typeface="Calibri"/>
                        </a:rPr>
                        <a:t>Due online:</a:t>
                      </a:r>
                      <a:endParaRPr sz="1000" b="1" i="1"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r>
                        <a:rPr lang="en-US" sz="1000" u="none" strike="noStrike" cap="none">
                          <a:latin typeface="Calibri"/>
                          <a:ea typeface="Calibri"/>
                          <a:cs typeface="Calibri"/>
                          <a:sym typeface="Calibri"/>
                        </a:rPr>
                        <a:t>Month, Day</a:t>
                      </a:r>
                      <a:endParaRPr sz="1000" u="none" strike="noStrike" cap="none">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24500">
                <a:tc>
                  <a:txBody>
                    <a:bodyPr/>
                    <a:lstStyle/>
                    <a:p>
                      <a:pPr marL="0" marR="0" lvl="0" indent="0" algn="l" rtl="0">
                        <a:lnSpc>
                          <a:spcPct val="100000"/>
                        </a:lnSpc>
                        <a:spcBef>
                          <a:spcPts val="0"/>
                        </a:spcBef>
                        <a:spcAft>
                          <a:spcPts val="0"/>
                        </a:spcAft>
                        <a:buNone/>
                      </a:pPr>
                      <a:r>
                        <a:rPr lang="en-US" sz="1000" b="1" i="1" u="none" strike="noStrike" cap="none" dirty="0">
                          <a:latin typeface="Calibri"/>
                          <a:ea typeface="Calibri"/>
                          <a:cs typeface="Calibri"/>
                          <a:sym typeface="Calibri"/>
                        </a:rPr>
                        <a:t>Skill:</a:t>
                      </a:r>
                      <a:endParaRPr sz="1000" b="1" i="1" u="none" strike="noStrike" cap="none" dirty="0">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8D8D8"/>
                    </a:solidFill>
                  </a:tcPr>
                </a:tc>
                <a:tc gridSpan="3">
                  <a:txBody>
                    <a:bodyPr/>
                    <a:lstStyle/>
                    <a:p>
                      <a:pPr marL="0" marR="0" lvl="0" indent="0" algn="l" rtl="0">
                        <a:lnSpc>
                          <a:spcPct val="100000"/>
                        </a:lnSpc>
                        <a:spcBef>
                          <a:spcPts val="0"/>
                        </a:spcBef>
                        <a:spcAft>
                          <a:spcPts val="0"/>
                        </a:spcAft>
                        <a:buNone/>
                      </a:pPr>
                      <a:endParaRPr sz="1000" u="none" strike="noStrike" cap="none" dirty="0">
                        <a:latin typeface="Calibri"/>
                        <a:ea typeface="Calibri"/>
                        <a:cs typeface="Calibri"/>
                        <a:sym typeface="Calibri"/>
                      </a:endParaRPr>
                    </a:p>
                  </a:txBody>
                  <a:tcPr marL="71275" marR="712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46" name="Google Shape;46;p6"/>
          <p:cNvSpPr/>
          <p:nvPr/>
        </p:nvSpPr>
        <p:spPr>
          <a:xfrm>
            <a:off x="3542728" y="406861"/>
            <a:ext cx="2856272" cy="520684"/>
          </a:xfrm>
          <a:prstGeom prst="rect">
            <a:avLst/>
          </a:prstGeom>
          <a:solidFill>
            <a:srgbClr val="C00000"/>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a:r>
              <a:rPr lang="en-US" sz="935" b="1">
                <a:solidFill>
                  <a:schemeClr val="lt1"/>
                </a:solidFill>
                <a:latin typeface="Calibri"/>
                <a:ea typeface="Calibri"/>
                <a:cs typeface="Calibri"/>
                <a:sym typeface="Calibri"/>
              </a:rPr>
              <a:t>To edit the header, click "View" &gt; "Slide Master",  and go to the very first slide. Add your header, click "Close Master View", and then delete this box.</a:t>
            </a:r>
            <a:endParaRPr sz="935" b="1">
              <a:solidFill>
                <a:schemeClr val="lt1"/>
              </a:solidFill>
              <a:latin typeface="Calibri"/>
              <a:ea typeface="Calibri"/>
              <a:cs typeface="Calibri"/>
              <a:sym typeface="Calibri"/>
            </a:endParaRPr>
          </a:p>
        </p:txBody>
      </p:sp>
      <p:sp>
        <p:nvSpPr>
          <p:cNvPr id="47" name="Google Shape;47;p6"/>
          <p:cNvSpPr/>
          <p:nvPr/>
        </p:nvSpPr>
        <p:spPr>
          <a:xfrm>
            <a:off x="1228795" y="9296733"/>
            <a:ext cx="4738544" cy="224500"/>
          </a:xfrm>
          <a:prstGeom prst="rect">
            <a:avLst/>
          </a:prstGeom>
          <a:solidFill>
            <a:srgbClr val="C00000"/>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ctr"/>
            <a:r>
              <a:rPr lang="en-US" sz="935" b="1">
                <a:solidFill>
                  <a:schemeClr val="lt1"/>
                </a:solidFill>
                <a:latin typeface="Calibri"/>
                <a:ea typeface="Calibri"/>
                <a:cs typeface="Calibri"/>
                <a:sym typeface="Calibri"/>
              </a:rPr>
              <a:t>Please add the filename in "Slide Master" on the second slide. Delete this box after editing.</a:t>
            </a:r>
            <a:endParaRPr sz="935" b="1">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txBox="1"/>
          <p:nvPr/>
        </p:nvSpPr>
        <p:spPr>
          <a:xfrm>
            <a:off x="459000" y="1310854"/>
            <a:ext cx="5940000" cy="3223046"/>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r>
              <a:rPr lang="en-US" sz="1100" b="1">
                <a:solidFill>
                  <a:schemeClr val="dk1"/>
                </a:solidFill>
                <a:latin typeface="Calibri"/>
                <a:ea typeface="Calibri"/>
                <a:cs typeface="Calibri"/>
                <a:sym typeface="Calibri"/>
              </a:rPr>
              <a:t>Part 3: Comprehension Questions (Purpose: To develop ideas that could be used in the students’ essays.)</a:t>
            </a:r>
            <a:endParaRPr sz="1100">
              <a:solidFill>
                <a:schemeClr val="dk1"/>
              </a:solidFill>
              <a:latin typeface="Calibri"/>
              <a:ea typeface="Calibri"/>
              <a:cs typeface="Calibri"/>
              <a:sym typeface="Calibri"/>
            </a:endParaRPr>
          </a:p>
          <a:p>
            <a:r>
              <a:rPr lang="en-US" sz="1100">
                <a:solidFill>
                  <a:schemeClr val="dk1"/>
                </a:solidFill>
                <a:latin typeface="Calibri"/>
                <a:ea typeface="Calibri"/>
                <a:cs typeface="Calibri"/>
                <a:sym typeface="Calibri"/>
              </a:rPr>
              <a:t>Test comprehension as you see fit. Keep questions simple and general to the topic when possible. </a:t>
            </a:r>
            <a:r>
              <a:rPr lang="en-US" sz="1100" b="1">
                <a:solidFill>
                  <a:schemeClr val="dk1"/>
                </a:solidFill>
                <a:latin typeface="Calibri"/>
                <a:ea typeface="Calibri"/>
                <a:cs typeface="Calibri"/>
                <a:sym typeface="Calibri"/>
              </a:rPr>
              <a:t>Avoid numbers, dates, and any hard to remember facts. </a:t>
            </a:r>
            <a:endParaRPr/>
          </a:p>
          <a:p>
            <a:pPr marL="228600" indent="-228600">
              <a:buClr>
                <a:schemeClr val="dk1"/>
              </a:buClr>
              <a:buSzPts val="1100"/>
              <a:buFont typeface="Calibri"/>
              <a:buAutoNum type="arabicPeriod"/>
            </a:pPr>
            <a:r>
              <a:rPr lang="en-US" sz="1100">
                <a:solidFill>
                  <a:schemeClr val="dk1"/>
                </a:solidFill>
                <a:latin typeface="Calibri"/>
                <a:ea typeface="Calibri"/>
                <a:cs typeface="Calibri"/>
                <a:sym typeface="Calibri"/>
              </a:rPr>
              <a:t>Question</a:t>
            </a:r>
            <a:endParaRPr/>
          </a:p>
          <a:p>
            <a:pPr marL="357188">
              <a:buClr>
                <a:srgbClr val="FF0000"/>
              </a:buClr>
              <a:buSzPts val="1100"/>
            </a:pPr>
            <a:r>
              <a:rPr lang="en-US" sz="1100" b="1">
                <a:solidFill>
                  <a:srgbClr val="FF0000"/>
                </a:solidFill>
                <a:latin typeface="Calibri"/>
                <a:ea typeface="Calibri"/>
                <a:cs typeface="Calibri"/>
                <a:sym typeface="Calibri"/>
              </a:rPr>
              <a:t>A:</a:t>
            </a:r>
            <a:endParaRPr/>
          </a:p>
          <a:p>
            <a:pPr marL="228600" indent="-228600">
              <a:buClr>
                <a:schemeClr val="dk1"/>
              </a:buClr>
              <a:buSzPts val="1100"/>
              <a:buFont typeface="Calibri"/>
              <a:buAutoNum type="arabicPeriod" startAt="2"/>
            </a:pPr>
            <a:r>
              <a:rPr lang="en-US" sz="1100">
                <a:solidFill>
                  <a:schemeClr val="dk1"/>
                </a:solidFill>
                <a:latin typeface="Calibri"/>
                <a:ea typeface="Calibri"/>
                <a:cs typeface="Calibri"/>
                <a:sym typeface="Calibri"/>
              </a:rPr>
              <a:t>Question</a:t>
            </a:r>
            <a:endParaRPr/>
          </a:p>
          <a:p>
            <a:pPr marL="357188">
              <a:buClr>
                <a:srgbClr val="FF0000"/>
              </a:buClr>
              <a:buSzPts val="1100"/>
            </a:pPr>
            <a:r>
              <a:rPr lang="en-US" sz="1100" b="1">
                <a:solidFill>
                  <a:srgbClr val="FF0000"/>
                </a:solidFill>
                <a:latin typeface="Calibri"/>
                <a:ea typeface="Calibri"/>
                <a:cs typeface="Calibri"/>
                <a:sym typeface="Calibri"/>
              </a:rPr>
              <a:t>A:</a:t>
            </a:r>
            <a:endParaRPr/>
          </a:p>
          <a:p>
            <a:pPr marL="228600" indent="-228600">
              <a:buClr>
                <a:schemeClr val="dk1"/>
              </a:buClr>
              <a:buSzPts val="1100"/>
              <a:buFont typeface="Calibri"/>
              <a:buAutoNum type="arabicPeriod" startAt="3"/>
            </a:pPr>
            <a:r>
              <a:rPr lang="en-US" sz="1100">
                <a:solidFill>
                  <a:schemeClr val="dk1"/>
                </a:solidFill>
                <a:latin typeface="Calibri"/>
                <a:ea typeface="Calibri"/>
                <a:cs typeface="Calibri"/>
                <a:sym typeface="Calibri"/>
              </a:rPr>
              <a:t>Question</a:t>
            </a:r>
            <a:endParaRPr sz="1100">
              <a:solidFill>
                <a:srgbClr val="FF0000"/>
              </a:solidFill>
              <a:latin typeface="Calibri"/>
              <a:ea typeface="Calibri"/>
              <a:cs typeface="Calibri"/>
              <a:sym typeface="Calibri"/>
            </a:endParaRPr>
          </a:p>
          <a:p>
            <a:pPr marL="357188">
              <a:buClr>
                <a:srgbClr val="FF0000"/>
              </a:buClr>
              <a:buSzPts val="1100"/>
            </a:pPr>
            <a:r>
              <a:rPr lang="en-US" sz="1100" b="1">
                <a:solidFill>
                  <a:srgbClr val="FF0000"/>
                </a:solidFill>
                <a:latin typeface="Calibri"/>
                <a:ea typeface="Calibri"/>
                <a:cs typeface="Calibri"/>
                <a:sym typeface="Calibri"/>
              </a:rPr>
              <a:t>A:</a:t>
            </a:r>
            <a:endParaRPr/>
          </a:p>
          <a:p>
            <a:pPr marL="228600" indent="-228600">
              <a:buClr>
                <a:schemeClr val="dk1"/>
              </a:buClr>
              <a:buSzPts val="1100"/>
              <a:buFont typeface="Calibri"/>
              <a:buAutoNum type="arabicPeriod" startAt="4"/>
            </a:pPr>
            <a:r>
              <a:rPr lang="en-US" sz="1100">
                <a:solidFill>
                  <a:schemeClr val="dk1"/>
                </a:solidFill>
                <a:latin typeface="Calibri"/>
                <a:ea typeface="Calibri"/>
                <a:cs typeface="Calibri"/>
                <a:sym typeface="Calibri"/>
              </a:rPr>
              <a:t>Question</a:t>
            </a:r>
            <a:endParaRPr/>
          </a:p>
          <a:p>
            <a:pPr marL="357188"/>
            <a:r>
              <a:rPr lang="en-US" sz="1100" b="1">
                <a:solidFill>
                  <a:srgbClr val="FF0000"/>
                </a:solidFill>
                <a:latin typeface="Calibri"/>
                <a:ea typeface="Calibri"/>
                <a:cs typeface="Calibri"/>
                <a:sym typeface="Calibri"/>
              </a:rPr>
              <a:t>A:</a:t>
            </a:r>
            <a:endParaRPr/>
          </a:p>
          <a:p>
            <a:pPr marL="228600" indent="-228600">
              <a:buClr>
                <a:schemeClr val="dk1"/>
              </a:buClr>
              <a:buSzPts val="1100"/>
              <a:buFont typeface="Calibri"/>
              <a:buAutoNum type="arabicPeriod" startAt="5"/>
            </a:pPr>
            <a:r>
              <a:rPr lang="en-US" sz="1100">
                <a:solidFill>
                  <a:schemeClr val="dk1"/>
                </a:solidFill>
                <a:latin typeface="Calibri"/>
                <a:ea typeface="Calibri"/>
                <a:cs typeface="Calibri"/>
                <a:sym typeface="Calibri"/>
              </a:rPr>
              <a:t>Question (Optional)</a:t>
            </a:r>
            <a:endParaRPr/>
          </a:p>
          <a:p>
            <a:pPr marL="357188"/>
            <a:r>
              <a:rPr lang="en-US" sz="1100" b="1">
                <a:solidFill>
                  <a:srgbClr val="FF0000"/>
                </a:solidFill>
                <a:latin typeface="Calibri"/>
                <a:ea typeface="Calibri"/>
                <a:cs typeface="Calibri"/>
                <a:sym typeface="Calibri"/>
              </a:rPr>
              <a:t>A:</a:t>
            </a:r>
            <a:endParaRPr/>
          </a:p>
        </p:txBody>
      </p:sp>
      <p:grpSp>
        <p:nvGrpSpPr>
          <p:cNvPr id="53" name="Google Shape;53;p7"/>
          <p:cNvGrpSpPr/>
          <p:nvPr/>
        </p:nvGrpSpPr>
        <p:grpSpPr>
          <a:xfrm>
            <a:off x="459000" y="4844768"/>
            <a:ext cx="5940000" cy="4283992"/>
            <a:chOff x="459000" y="5736308"/>
            <a:chExt cx="5940000" cy="3493417"/>
          </a:xfrm>
        </p:grpSpPr>
        <p:sp>
          <p:nvSpPr>
            <p:cNvPr id="54" name="Google Shape;54;p7"/>
            <p:cNvSpPr/>
            <p:nvPr/>
          </p:nvSpPr>
          <p:spPr>
            <a:xfrm>
              <a:off x="459000" y="5736308"/>
              <a:ext cx="5940000" cy="159071"/>
            </a:xfrm>
            <a:prstGeom prst="rect">
              <a:avLst/>
            </a:prstGeom>
            <a:solidFill>
              <a:srgbClr val="D8D8D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dirty="0">
                  <a:solidFill>
                    <a:schemeClr val="dk1"/>
                  </a:solidFill>
                  <a:latin typeface="Calibri"/>
                  <a:ea typeface="Calibri"/>
                  <a:cs typeface="Calibri"/>
                  <a:sym typeface="Calibri"/>
                </a:rPr>
                <a:t>Warm-up: </a:t>
              </a:r>
              <a:r>
                <a:rPr lang="en-US" sz="1100" i="1" dirty="0">
                  <a:solidFill>
                    <a:schemeClr val="dk1"/>
                  </a:solidFill>
                  <a:latin typeface="Calibri"/>
                  <a:ea typeface="Calibri"/>
                  <a:cs typeface="Calibri"/>
                  <a:sym typeface="Calibri"/>
                </a:rPr>
                <a:t>An engaging activity that subtly introduces and expands upon the topic.</a:t>
              </a:r>
              <a:endParaRPr sz="1100" i="1" dirty="0">
                <a:solidFill>
                  <a:schemeClr val="dk1"/>
                </a:solidFill>
                <a:latin typeface="Calibri"/>
                <a:ea typeface="Calibri"/>
                <a:cs typeface="Calibri"/>
                <a:sym typeface="Calibri"/>
              </a:endParaRPr>
            </a:p>
          </p:txBody>
        </p:sp>
        <p:sp>
          <p:nvSpPr>
            <p:cNvPr id="55" name="Google Shape;55;p7"/>
            <p:cNvSpPr txBox="1"/>
            <p:nvPr/>
          </p:nvSpPr>
          <p:spPr>
            <a:xfrm>
              <a:off x="459000" y="6222249"/>
              <a:ext cx="5940000" cy="3007476"/>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r>
                <a:rPr lang="en-US" sz="1100" b="1" dirty="0">
                  <a:solidFill>
                    <a:schemeClr val="dk1"/>
                  </a:solidFill>
                  <a:latin typeface="Calibri"/>
                  <a:ea typeface="Calibri"/>
                  <a:cs typeface="Calibri"/>
                  <a:sym typeface="Calibri"/>
                </a:rPr>
                <a:t>Part 1: Title </a:t>
              </a:r>
            </a:p>
            <a:p>
              <a:r>
                <a:rPr lang="en-US" sz="1100" b="1" dirty="0">
                  <a:solidFill>
                    <a:schemeClr val="dk1"/>
                  </a:solidFill>
                  <a:latin typeface="Calibri"/>
                  <a:ea typeface="Calibri"/>
                  <a:cs typeface="Calibri"/>
                  <a:sym typeface="Calibri"/>
                </a:rPr>
                <a:t>(Purpose: </a:t>
              </a:r>
              <a:r>
                <a:rPr lang="en-US" sz="1100" b="1" dirty="0">
                  <a:solidFill>
                    <a:schemeClr val="dk1"/>
                  </a:solidFill>
                  <a:highlight>
                    <a:srgbClr val="FFFF00"/>
                  </a:highlight>
                  <a:latin typeface="Calibri"/>
                  <a:ea typeface="Calibri"/>
                  <a:cs typeface="Calibri"/>
                  <a:sym typeface="Calibri"/>
                </a:rPr>
                <a:t>Please write the purpose of the activity and what students should achieve</a:t>
              </a:r>
              <a:r>
                <a:rPr lang="en-US" sz="1100" b="1" dirty="0">
                  <a:solidFill>
                    <a:schemeClr val="dk1"/>
                  </a:solidFill>
                  <a:latin typeface="Calibri"/>
                  <a:ea typeface="Calibri"/>
                  <a:cs typeface="Calibri"/>
                  <a:sym typeface="Calibri"/>
                </a:rPr>
                <a:t>)</a:t>
              </a:r>
              <a:endParaRPr dirty="0"/>
            </a:p>
            <a:p>
              <a:endParaRPr sz="1100" dirty="0">
                <a:solidFill>
                  <a:schemeClr val="dk1"/>
                </a:solidFill>
                <a:latin typeface="Calibri"/>
                <a:ea typeface="Calibri"/>
                <a:cs typeface="Calibri"/>
                <a:sym typeface="Calibri"/>
              </a:endParaRPr>
            </a:p>
            <a:p>
              <a:pPr>
                <a:buClr>
                  <a:schemeClr val="dk1"/>
                </a:buClr>
              </a:pPr>
              <a:r>
                <a:rPr lang="en-US" sz="1100" b="1" dirty="0">
                  <a:solidFill>
                    <a:schemeClr val="dk1"/>
                  </a:solidFill>
                  <a:latin typeface="Calibri"/>
                  <a:ea typeface="Calibri"/>
                  <a:cs typeface="Calibri"/>
                  <a:sym typeface="Calibri"/>
                </a:rPr>
                <a:t>Key Instructions</a:t>
              </a:r>
              <a:r>
                <a:rPr lang="en-US" sz="1100" dirty="0">
                  <a:solidFill>
                    <a:schemeClr val="dk1"/>
                  </a:solidFill>
                  <a:latin typeface="Calibri"/>
                  <a:ea typeface="Calibri"/>
                  <a:cs typeface="Calibri"/>
                  <a:sym typeface="Calibri"/>
                </a:rPr>
                <a:t>:</a:t>
              </a:r>
              <a:br>
                <a:rPr lang="en-US" sz="1100" dirty="0">
                  <a:solidFill>
                    <a:schemeClr val="dk1"/>
                  </a:solidFill>
                  <a:latin typeface="Calibri"/>
                  <a:ea typeface="Calibri"/>
                  <a:cs typeface="Calibri"/>
                  <a:sym typeface="Calibri"/>
                </a:rPr>
              </a:br>
              <a:br>
                <a:rPr lang="en-US" sz="1100" dirty="0">
                  <a:solidFill>
                    <a:schemeClr val="dk1"/>
                  </a:solidFill>
                  <a:latin typeface="Calibri"/>
                  <a:ea typeface="Calibri"/>
                  <a:cs typeface="Calibri"/>
                  <a:sym typeface="Calibri"/>
                </a:rPr>
              </a:br>
              <a:r>
                <a:rPr lang="en-US" sz="1100" b="1" dirty="0">
                  <a:solidFill>
                    <a:schemeClr val="dk1"/>
                  </a:solidFill>
                  <a:latin typeface="Calibri"/>
                  <a:ea typeface="Calibri"/>
                  <a:cs typeface="Calibri"/>
                  <a:sym typeface="Calibri"/>
                </a:rPr>
                <a:t>Additional</a:t>
              </a:r>
              <a:r>
                <a:rPr lang="en-US" sz="1100" dirty="0">
                  <a:solidFill>
                    <a:schemeClr val="dk1"/>
                  </a:solidFill>
                  <a:latin typeface="Calibri"/>
                  <a:ea typeface="Calibri"/>
                  <a:cs typeface="Calibri"/>
                  <a:sym typeface="Calibri"/>
                </a:rPr>
                <a:t> </a:t>
              </a:r>
              <a:r>
                <a:rPr lang="en-US" sz="1100" b="1" dirty="0">
                  <a:solidFill>
                    <a:schemeClr val="dk1"/>
                  </a:solidFill>
                  <a:latin typeface="Calibri"/>
                  <a:ea typeface="Calibri"/>
                  <a:cs typeface="Calibri"/>
                  <a:sym typeface="Calibri"/>
                </a:rPr>
                <a:t>Notes</a:t>
              </a:r>
              <a:r>
                <a:rPr lang="en-US" sz="1100" dirty="0">
                  <a:solidFill>
                    <a:schemeClr val="dk1"/>
                  </a:solidFill>
                  <a:latin typeface="Calibri"/>
                  <a:ea typeface="Calibri"/>
                  <a:cs typeface="Calibri"/>
                  <a:sym typeface="Calibri"/>
                </a:rPr>
                <a:t>:</a:t>
              </a:r>
              <a:endParaRPr dirty="0">
                <a:solidFill>
                  <a:schemeClr val="dk1"/>
                </a:solidFill>
              </a:endParaRPr>
            </a:p>
            <a:p>
              <a:endParaRPr sz="1100" dirty="0">
                <a:solidFill>
                  <a:schemeClr val="dk1"/>
                </a:solidFill>
                <a:latin typeface="Calibri"/>
                <a:ea typeface="Calibri"/>
                <a:cs typeface="Calibri"/>
                <a:sym typeface="Calibri"/>
              </a:endParaRPr>
            </a:p>
          </p:txBody>
        </p:sp>
        <p:sp>
          <p:nvSpPr>
            <p:cNvPr id="56" name="Google Shape;56;p7"/>
            <p:cNvSpPr/>
            <p:nvPr/>
          </p:nvSpPr>
          <p:spPr>
            <a:xfrm>
              <a:off x="459000" y="5895379"/>
              <a:ext cx="5940000" cy="326871"/>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a:solidFill>
                    <a:schemeClr val="dk1"/>
                  </a:solidFill>
                  <a:latin typeface="Calibri"/>
                  <a:ea typeface="Calibri"/>
                  <a:cs typeface="Calibri"/>
                  <a:sym typeface="Calibri"/>
                </a:rPr>
                <a:t>Timing</a:t>
              </a:r>
              <a:r>
                <a:rPr lang="en-US" sz="1100" i="1">
                  <a:solidFill>
                    <a:schemeClr val="dk1"/>
                  </a:solidFill>
                  <a:latin typeface="Calibri"/>
                  <a:ea typeface="Calibri"/>
                  <a:cs typeface="Calibri"/>
                  <a:sym typeface="Calibri"/>
                </a:rPr>
                <a:t>: 7-10 minutes.</a:t>
              </a:r>
              <a:br>
                <a:rPr lang="en-US" sz="1100" i="1">
                  <a:solidFill>
                    <a:schemeClr val="dk1"/>
                  </a:solidFill>
                  <a:latin typeface="Calibri"/>
                  <a:ea typeface="Calibri"/>
                  <a:cs typeface="Calibri"/>
                  <a:sym typeface="Calibri"/>
                </a:rPr>
              </a:br>
              <a:r>
                <a:rPr lang="en-US" sz="1100" b="1" i="1">
                  <a:solidFill>
                    <a:schemeClr val="dk1"/>
                  </a:solidFill>
                  <a:latin typeface="Calibri"/>
                  <a:ea typeface="Calibri"/>
                  <a:cs typeface="Calibri"/>
                  <a:sym typeface="Calibri"/>
                </a:rPr>
                <a:t>Notes</a:t>
              </a:r>
              <a:r>
                <a:rPr lang="en-US" sz="1100" i="1">
                  <a:solidFill>
                    <a:schemeClr val="dk1"/>
                  </a:solidFill>
                  <a:latin typeface="Calibri"/>
                  <a:ea typeface="Calibri"/>
                  <a:cs typeface="Calibri"/>
                  <a:sym typeface="Calibri"/>
                </a:rPr>
                <a:t>: Consider if the activity encourages participation from all students. Avoid yes/no interactions.</a:t>
              </a:r>
              <a:endParaRPr sz="1100" i="1">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aphicFrame>
        <p:nvGraphicFramePr>
          <p:cNvPr id="61" name="Google Shape;61;p8"/>
          <p:cNvGraphicFramePr/>
          <p:nvPr/>
        </p:nvGraphicFramePr>
        <p:xfrm>
          <a:off x="581025" y="3044825"/>
          <a:ext cx="5696000" cy="360000"/>
        </p:xfrm>
        <a:graphic>
          <a:graphicData uri="http://schemas.openxmlformats.org/drawingml/2006/table">
            <a:tbl>
              <a:tblPr firstRow="1" bandRow="1">
                <a:noFill/>
                <a:tableStyleId>{E04A50F8-CE03-4C54-8BED-68F0210BB98D}</a:tableStyleId>
              </a:tblPr>
              <a:tblGrid>
                <a:gridCol w="1139200">
                  <a:extLst>
                    <a:ext uri="{9D8B030D-6E8A-4147-A177-3AD203B41FA5}">
                      <a16:colId xmlns:a16="http://schemas.microsoft.com/office/drawing/2014/main" val="20000"/>
                    </a:ext>
                  </a:extLst>
                </a:gridCol>
                <a:gridCol w="113920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gridCol w="1139200">
                  <a:extLst>
                    <a:ext uri="{9D8B030D-6E8A-4147-A177-3AD203B41FA5}">
                      <a16:colId xmlns:a16="http://schemas.microsoft.com/office/drawing/2014/main" val="20003"/>
                    </a:ext>
                  </a:extLst>
                </a:gridCol>
                <a:gridCol w="1139200">
                  <a:extLst>
                    <a:ext uri="{9D8B030D-6E8A-4147-A177-3AD203B41FA5}">
                      <a16:colId xmlns:a16="http://schemas.microsoft.com/office/drawing/2014/main" val="20004"/>
                    </a:ext>
                  </a:extLst>
                </a:gridCol>
              </a:tblGrid>
              <a:tr h="180000">
                <a:tc>
                  <a:txBody>
                    <a:bodyPr/>
                    <a:lstStyle/>
                    <a:p>
                      <a:pPr marL="0" marR="0" lvl="0" indent="0" algn="l" rtl="0">
                        <a:spcBef>
                          <a:spcPts val="0"/>
                        </a:spcBef>
                        <a:spcAft>
                          <a:spcPts val="0"/>
                        </a:spcAft>
                        <a:buNone/>
                      </a:pPr>
                      <a:r>
                        <a:rPr lang="en-US" sz="1100" b="0" u="none" strike="noStrike" cap="none">
                          <a:solidFill>
                            <a:srgbClr val="FF0000"/>
                          </a:solidFill>
                        </a:rPr>
                        <a:t>1) </a:t>
                      </a:r>
                      <a:endParaRPr sz="1100" b="0">
                        <a:solidFill>
                          <a:srgbClr val="FF0000"/>
                        </a:solidFill>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2)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3)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4)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5)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r h="180000">
                <a:tc>
                  <a:txBody>
                    <a:bodyPr/>
                    <a:lstStyle/>
                    <a:p>
                      <a:pPr marL="0" marR="0" lvl="0" indent="0" algn="l" rtl="0">
                        <a:spcBef>
                          <a:spcPts val="0"/>
                        </a:spcBef>
                        <a:spcAft>
                          <a:spcPts val="0"/>
                        </a:spcAft>
                        <a:buNone/>
                      </a:pPr>
                      <a:r>
                        <a:rPr lang="en-US" sz="1100" b="0">
                          <a:solidFill>
                            <a:srgbClr val="FF0000"/>
                          </a:solidFill>
                        </a:rPr>
                        <a:t>6)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7)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8)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9)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None/>
                      </a:pPr>
                      <a:r>
                        <a:rPr lang="en-US" sz="1100" b="0">
                          <a:solidFill>
                            <a:srgbClr val="FF0000"/>
                          </a:solidFill>
                        </a:rPr>
                        <a:t>10) </a:t>
                      </a:r>
                      <a:endParaRPr/>
                    </a:p>
                  </a:txBody>
                  <a:tcPr marL="36000" marR="36000" marT="0" marB="0"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2" name="Google Shape;62;p8"/>
          <p:cNvGrpSpPr/>
          <p:nvPr/>
        </p:nvGrpSpPr>
        <p:grpSpPr>
          <a:xfrm>
            <a:off x="459000" y="1323383"/>
            <a:ext cx="5940000" cy="7906343"/>
            <a:chOff x="459000" y="1323381"/>
            <a:chExt cx="5940000" cy="7906343"/>
          </a:xfrm>
        </p:grpSpPr>
        <p:sp>
          <p:nvSpPr>
            <p:cNvPr id="63" name="Google Shape;63;p8"/>
            <p:cNvSpPr/>
            <p:nvPr/>
          </p:nvSpPr>
          <p:spPr>
            <a:xfrm>
              <a:off x="459000" y="1323381"/>
              <a:ext cx="5940000" cy="216000"/>
            </a:xfrm>
            <a:prstGeom prst="rect">
              <a:avLst/>
            </a:prstGeom>
            <a:solidFill>
              <a:srgbClr val="D8D8D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dirty="0">
                  <a:solidFill>
                    <a:schemeClr val="dk1"/>
                  </a:solidFill>
                  <a:latin typeface="Calibri"/>
                  <a:ea typeface="Calibri"/>
                  <a:cs typeface="Calibri"/>
                  <a:sym typeface="Calibri"/>
                </a:rPr>
                <a:t>Task: </a:t>
              </a:r>
              <a:r>
                <a:rPr lang="en-US" sz="1100" i="1" dirty="0">
                  <a:solidFill>
                    <a:schemeClr val="dk1"/>
                  </a:solidFill>
                  <a:latin typeface="Calibri"/>
                  <a:ea typeface="Calibri"/>
                  <a:cs typeface="Calibri"/>
                  <a:sym typeface="Calibri"/>
                </a:rPr>
                <a:t>Introduces ideas that can used in the essay. Consider flow &amp; scaffolding.</a:t>
              </a:r>
              <a:endParaRPr sz="1100" i="1" dirty="0">
                <a:solidFill>
                  <a:schemeClr val="dk1"/>
                </a:solidFill>
                <a:latin typeface="Calibri"/>
                <a:ea typeface="Calibri"/>
                <a:cs typeface="Calibri"/>
                <a:sym typeface="Calibri"/>
              </a:endParaRPr>
            </a:p>
          </p:txBody>
        </p:sp>
        <p:sp>
          <p:nvSpPr>
            <p:cNvPr id="64" name="Google Shape;64;p8"/>
            <p:cNvSpPr txBox="1"/>
            <p:nvPr/>
          </p:nvSpPr>
          <p:spPr>
            <a:xfrm>
              <a:off x="459000" y="2244866"/>
              <a:ext cx="5940000" cy="6984858"/>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r>
                <a:rPr lang="en-US" sz="1100" b="1" dirty="0">
                  <a:solidFill>
                    <a:schemeClr val="dk1"/>
                  </a:solidFill>
                  <a:latin typeface="Calibri"/>
                  <a:ea typeface="Calibri"/>
                  <a:cs typeface="Calibri"/>
                  <a:sym typeface="Calibri"/>
                </a:rPr>
                <a:t>Part 1: Title </a:t>
              </a:r>
            </a:p>
            <a:p>
              <a:r>
                <a:rPr lang="en-US" sz="1100" b="1" dirty="0">
                  <a:solidFill>
                    <a:schemeClr val="dk1"/>
                  </a:solidFill>
                  <a:latin typeface="Calibri"/>
                  <a:ea typeface="Calibri"/>
                  <a:cs typeface="Calibri"/>
                  <a:sym typeface="Calibri"/>
                </a:rPr>
                <a:t>(Purpose: </a:t>
              </a:r>
              <a:r>
                <a:rPr lang="en-US" sz="1100" b="1" dirty="0">
                  <a:solidFill>
                    <a:schemeClr val="dk1"/>
                  </a:solidFill>
                  <a:highlight>
                    <a:srgbClr val="FFFF00"/>
                  </a:highlight>
                  <a:latin typeface="Calibri"/>
                  <a:ea typeface="Calibri"/>
                  <a:cs typeface="Calibri"/>
                  <a:sym typeface="Calibri"/>
                </a:rPr>
                <a:t>Please write the purpose of the activity and what students should achieve</a:t>
              </a:r>
              <a:r>
                <a:rPr lang="en-US" sz="1100" b="1" dirty="0">
                  <a:solidFill>
                    <a:schemeClr val="dk1"/>
                  </a:solidFill>
                  <a:latin typeface="Calibri"/>
                  <a:ea typeface="Calibri"/>
                  <a:cs typeface="Calibri"/>
                  <a:sym typeface="Calibri"/>
                </a:rPr>
                <a:t>)</a:t>
              </a:r>
              <a:endParaRPr dirty="0"/>
            </a:p>
            <a:p>
              <a:endParaRPr sz="1100" dirty="0">
                <a:solidFill>
                  <a:schemeClr val="dk1"/>
                </a:solidFill>
                <a:latin typeface="Calibri"/>
                <a:ea typeface="Calibri"/>
                <a:cs typeface="Calibri"/>
                <a:sym typeface="Calibri"/>
              </a:endParaRPr>
            </a:p>
            <a:p>
              <a:pPr>
                <a:buClr>
                  <a:schemeClr val="dk1"/>
                </a:buClr>
              </a:pPr>
              <a:r>
                <a:rPr lang="en-US" sz="1100" b="1" dirty="0">
                  <a:solidFill>
                    <a:schemeClr val="dk1"/>
                  </a:solidFill>
                  <a:latin typeface="Calibri"/>
                  <a:ea typeface="Calibri"/>
                  <a:cs typeface="Calibri"/>
                  <a:sym typeface="Calibri"/>
                </a:rPr>
                <a:t>Key Instructions</a:t>
              </a:r>
              <a:r>
                <a:rPr lang="en-US" sz="1100" dirty="0">
                  <a:solidFill>
                    <a:schemeClr val="dk1"/>
                  </a:solidFill>
                  <a:latin typeface="Calibri"/>
                  <a:ea typeface="Calibri"/>
                  <a:cs typeface="Calibri"/>
                  <a:sym typeface="Calibri"/>
                </a:rPr>
                <a:t>:</a:t>
              </a:r>
              <a:br>
                <a:rPr lang="en-US" sz="1100" dirty="0">
                  <a:solidFill>
                    <a:schemeClr val="dk1"/>
                  </a:solidFill>
                  <a:latin typeface="Calibri"/>
                  <a:ea typeface="Calibri"/>
                  <a:cs typeface="Calibri"/>
                  <a:sym typeface="Calibri"/>
                </a:rPr>
              </a:br>
              <a:br>
                <a:rPr lang="en-US" sz="1100" dirty="0">
                  <a:solidFill>
                    <a:schemeClr val="dk1"/>
                  </a:solidFill>
                  <a:latin typeface="Calibri"/>
                  <a:ea typeface="Calibri"/>
                  <a:cs typeface="Calibri"/>
                  <a:sym typeface="Calibri"/>
                </a:rPr>
              </a:br>
              <a:r>
                <a:rPr lang="en-US" sz="1100" b="1" dirty="0">
                  <a:solidFill>
                    <a:schemeClr val="dk1"/>
                  </a:solidFill>
                  <a:latin typeface="Calibri"/>
                  <a:ea typeface="Calibri"/>
                  <a:cs typeface="Calibri"/>
                  <a:sym typeface="Calibri"/>
                </a:rPr>
                <a:t>Additional</a:t>
              </a:r>
              <a:r>
                <a:rPr lang="en-US" sz="1100" dirty="0">
                  <a:solidFill>
                    <a:schemeClr val="dk1"/>
                  </a:solidFill>
                  <a:latin typeface="Calibri"/>
                  <a:ea typeface="Calibri"/>
                  <a:cs typeface="Calibri"/>
                  <a:sym typeface="Calibri"/>
                </a:rPr>
                <a:t> </a:t>
              </a:r>
              <a:r>
                <a:rPr lang="en-US" sz="1100" b="1" dirty="0">
                  <a:solidFill>
                    <a:schemeClr val="dk1"/>
                  </a:solidFill>
                  <a:latin typeface="Calibri"/>
                  <a:ea typeface="Calibri"/>
                  <a:cs typeface="Calibri"/>
                  <a:sym typeface="Calibri"/>
                </a:rPr>
                <a:t>Notes</a:t>
              </a:r>
              <a:r>
                <a:rPr lang="en-US" sz="1100" dirty="0">
                  <a:solidFill>
                    <a:schemeClr val="dk1"/>
                  </a:solidFill>
                  <a:latin typeface="Calibri"/>
                  <a:ea typeface="Calibri"/>
                  <a:cs typeface="Calibri"/>
                  <a:sym typeface="Calibri"/>
                </a:rPr>
                <a:t>:</a:t>
              </a:r>
              <a:endParaRPr dirty="0">
                <a:solidFill>
                  <a:schemeClr val="dk1"/>
                </a:solidFill>
              </a:endParaRPr>
            </a:p>
            <a:p>
              <a:endParaRPr sz="1100" dirty="0">
                <a:solidFill>
                  <a:schemeClr val="dk1"/>
                </a:solidFill>
                <a:latin typeface="Calibri"/>
                <a:ea typeface="Calibri"/>
                <a:cs typeface="Calibri"/>
                <a:sym typeface="Calibri"/>
              </a:endParaRPr>
            </a:p>
            <a:p>
              <a:r>
                <a:rPr lang="en-US" sz="1100" b="1" u="sng" dirty="0">
                  <a:solidFill>
                    <a:srgbClr val="FF0000"/>
                  </a:solidFill>
                  <a:latin typeface="Calibri"/>
                  <a:ea typeface="Calibri"/>
                  <a:cs typeface="Calibri"/>
                  <a:sym typeface="Calibri"/>
                </a:rPr>
                <a:t>Answer Key:</a:t>
              </a:r>
              <a:endParaRPr sz="1100" dirty="0">
                <a:solidFill>
                  <a:srgbClr val="FF0000"/>
                </a:solidFill>
                <a:latin typeface="Calibri"/>
                <a:ea typeface="Calibri"/>
                <a:cs typeface="Calibri"/>
                <a:sym typeface="Calibri"/>
              </a:endParaRPr>
            </a:p>
            <a:p>
              <a:r>
                <a:rPr lang="en-US" sz="1100" dirty="0">
                  <a:solidFill>
                    <a:srgbClr val="FF0000"/>
                  </a:solidFill>
                  <a:latin typeface="Calibri"/>
                  <a:ea typeface="Calibri"/>
                  <a:cs typeface="Calibri"/>
                  <a:sym typeface="Calibri"/>
                </a:rPr>
                <a:t>Answers</a:t>
              </a:r>
              <a:endParaRPr dirty="0"/>
            </a:p>
            <a:p>
              <a:endParaRPr sz="1100" dirty="0">
                <a:solidFill>
                  <a:srgbClr val="FF0000"/>
                </a:solidFill>
                <a:latin typeface="Calibri"/>
                <a:ea typeface="Calibri"/>
                <a:cs typeface="Calibri"/>
                <a:sym typeface="Calibri"/>
              </a:endParaRPr>
            </a:p>
            <a:p>
              <a:endParaRPr sz="1100" b="1"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Part 2: Title</a:t>
              </a:r>
            </a:p>
            <a:p>
              <a:r>
                <a:rPr lang="en-US" sz="1100" b="1" dirty="0">
                  <a:solidFill>
                    <a:schemeClr val="dk1"/>
                  </a:solidFill>
                  <a:latin typeface="Calibri"/>
                  <a:ea typeface="Calibri"/>
                  <a:cs typeface="Calibri"/>
                  <a:sym typeface="Calibri"/>
                </a:rPr>
                <a:t>(Purpose: </a:t>
              </a:r>
              <a:r>
                <a:rPr lang="en-US" sz="1100" b="1" dirty="0">
                  <a:solidFill>
                    <a:schemeClr val="dk1"/>
                  </a:solidFill>
                  <a:highlight>
                    <a:srgbClr val="FFFF00"/>
                  </a:highlight>
                  <a:latin typeface="Calibri"/>
                  <a:ea typeface="Calibri"/>
                  <a:cs typeface="Calibri"/>
                  <a:sym typeface="Calibri"/>
                </a:rPr>
                <a:t>Please write the purpose of the activity and what students should achieve</a:t>
              </a:r>
              <a:r>
                <a:rPr lang="en-US" sz="1100" b="1" dirty="0">
                  <a:solidFill>
                    <a:schemeClr val="dk1"/>
                  </a:solidFill>
                  <a:latin typeface="Calibri"/>
                  <a:ea typeface="Calibri"/>
                  <a:cs typeface="Calibri"/>
                  <a:sym typeface="Calibri"/>
                </a:rPr>
                <a:t>)</a:t>
              </a:r>
              <a:endParaRPr dirty="0"/>
            </a:p>
            <a:p>
              <a:endParaRPr sz="1100" b="1" u="sng"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Key Instructions</a:t>
              </a:r>
              <a:r>
                <a:rPr lang="en-US" sz="1100" dirty="0">
                  <a:solidFill>
                    <a:schemeClr val="dk1"/>
                  </a:solidFill>
                  <a:latin typeface="Calibri"/>
                  <a:ea typeface="Calibri"/>
                  <a:cs typeface="Calibri"/>
                  <a:sym typeface="Calibri"/>
                </a:rPr>
                <a:t>:</a:t>
              </a:r>
              <a:br>
                <a:rPr lang="en-US" sz="1100" dirty="0">
                  <a:solidFill>
                    <a:schemeClr val="dk1"/>
                  </a:solidFill>
                  <a:latin typeface="Calibri"/>
                  <a:ea typeface="Calibri"/>
                  <a:cs typeface="Calibri"/>
                  <a:sym typeface="Calibri"/>
                </a:rPr>
              </a:br>
              <a:br>
                <a:rPr lang="en-US" sz="1100" dirty="0">
                  <a:solidFill>
                    <a:schemeClr val="dk1"/>
                  </a:solidFill>
                  <a:latin typeface="Calibri"/>
                  <a:ea typeface="Calibri"/>
                  <a:cs typeface="Calibri"/>
                  <a:sym typeface="Calibri"/>
                </a:rPr>
              </a:br>
              <a:r>
                <a:rPr lang="en-US" sz="1100" b="1" dirty="0">
                  <a:solidFill>
                    <a:schemeClr val="dk1"/>
                  </a:solidFill>
                  <a:latin typeface="Calibri"/>
                  <a:ea typeface="Calibri"/>
                  <a:cs typeface="Calibri"/>
                  <a:sym typeface="Calibri"/>
                </a:rPr>
                <a:t>Additional</a:t>
              </a:r>
              <a:r>
                <a:rPr lang="en-US" sz="1100" dirty="0">
                  <a:solidFill>
                    <a:schemeClr val="dk1"/>
                  </a:solidFill>
                  <a:latin typeface="Calibri"/>
                  <a:ea typeface="Calibri"/>
                  <a:cs typeface="Calibri"/>
                  <a:sym typeface="Calibri"/>
                </a:rPr>
                <a:t> </a:t>
              </a:r>
              <a:r>
                <a:rPr lang="en-US" sz="1100" b="1" dirty="0">
                  <a:solidFill>
                    <a:schemeClr val="dk1"/>
                  </a:solidFill>
                  <a:latin typeface="Calibri"/>
                  <a:ea typeface="Calibri"/>
                  <a:cs typeface="Calibri"/>
                  <a:sym typeface="Calibri"/>
                </a:rPr>
                <a:t>Notes</a:t>
              </a:r>
              <a:r>
                <a:rPr lang="en-US" sz="1100" dirty="0">
                  <a:solidFill>
                    <a:schemeClr val="dk1"/>
                  </a:solidFill>
                  <a:latin typeface="Calibri"/>
                  <a:ea typeface="Calibri"/>
                  <a:cs typeface="Calibri"/>
                  <a:sym typeface="Calibri"/>
                </a:rPr>
                <a:t>:</a:t>
              </a:r>
              <a:endParaRPr sz="1100" dirty="0">
                <a:solidFill>
                  <a:schemeClr val="dk1"/>
                </a:solidFill>
                <a:latin typeface="Calibri"/>
                <a:ea typeface="Calibri"/>
                <a:cs typeface="Calibri"/>
                <a:sym typeface="Calibri"/>
              </a:endParaRPr>
            </a:p>
            <a:p>
              <a:pPr>
                <a:buClr>
                  <a:schemeClr val="dk1"/>
                </a:buClr>
              </a:pPr>
              <a:endParaRPr sz="1100" dirty="0">
                <a:solidFill>
                  <a:schemeClr val="dk1"/>
                </a:solidFill>
                <a:latin typeface="Calibri"/>
                <a:ea typeface="Calibri"/>
                <a:cs typeface="Calibri"/>
                <a:sym typeface="Calibri"/>
              </a:endParaRPr>
            </a:p>
            <a:p>
              <a:r>
                <a:rPr lang="en-US" sz="1100" b="1" u="sng" dirty="0">
                  <a:solidFill>
                    <a:srgbClr val="FF0000"/>
                  </a:solidFill>
                  <a:latin typeface="Calibri"/>
                  <a:ea typeface="Calibri"/>
                  <a:cs typeface="Calibri"/>
                  <a:sym typeface="Calibri"/>
                </a:rPr>
                <a:t>Answer Key:</a:t>
              </a:r>
              <a:endParaRPr sz="1100" dirty="0">
                <a:solidFill>
                  <a:srgbClr val="FF0000"/>
                </a:solidFill>
                <a:latin typeface="Calibri"/>
                <a:ea typeface="Calibri"/>
                <a:cs typeface="Calibri"/>
                <a:sym typeface="Calibri"/>
              </a:endParaRPr>
            </a:p>
            <a:p>
              <a:r>
                <a:rPr lang="en-US" sz="1100" dirty="0">
                  <a:solidFill>
                    <a:srgbClr val="FF0000"/>
                  </a:solidFill>
                  <a:latin typeface="Calibri"/>
                  <a:ea typeface="Calibri"/>
                  <a:cs typeface="Calibri"/>
                  <a:sym typeface="Calibri"/>
                </a:rPr>
                <a:t>Answers</a:t>
              </a:r>
              <a:endParaRPr dirty="0"/>
            </a:p>
            <a:p>
              <a:endParaRPr sz="1100" dirty="0">
                <a:solidFill>
                  <a:srgbClr val="FF0000"/>
                </a:solidFill>
                <a:latin typeface="Calibri"/>
                <a:ea typeface="Calibri"/>
                <a:cs typeface="Calibri"/>
                <a:sym typeface="Calibri"/>
              </a:endParaRPr>
            </a:p>
            <a:p>
              <a:endParaRPr sz="1100" dirty="0">
                <a:solidFill>
                  <a:srgbClr val="FF0000"/>
                </a:solidFill>
                <a:latin typeface="Calibri"/>
                <a:ea typeface="Calibri"/>
                <a:cs typeface="Calibri"/>
                <a:sym typeface="Calibri"/>
              </a:endParaRPr>
            </a:p>
            <a:p>
              <a:endParaRPr sz="1100" dirty="0">
                <a:solidFill>
                  <a:srgbClr val="FF0000"/>
                </a:solidFill>
                <a:latin typeface="Calibri"/>
                <a:ea typeface="Calibri"/>
                <a:cs typeface="Calibri"/>
                <a:sym typeface="Calibri"/>
              </a:endParaRPr>
            </a:p>
          </p:txBody>
        </p:sp>
        <p:sp>
          <p:nvSpPr>
            <p:cNvPr id="65" name="Google Shape;65;p8"/>
            <p:cNvSpPr/>
            <p:nvPr/>
          </p:nvSpPr>
          <p:spPr>
            <a:xfrm>
              <a:off x="459000" y="1539380"/>
              <a:ext cx="5940000" cy="705486"/>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dirty="0">
                  <a:solidFill>
                    <a:schemeClr val="dk1"/>
                  </a:solidFill>
                  <a:latin typeface="Calibri"/>
                  <a:ea typeface="Calibri"/>
                  <a:cs typeface="Calibri"/>
                  <a:sym typeface="Calibri"/>
                </a:rPr>
                <a:t>Timing</a:t>
              </a:r>
              <a:r>
                <a:rPr lang="en-US" sz="1100" i="1" dirty="0">
                  <a:solidFill>
                    <a:schemeClr val="dk1"/>
                  </a:solidFill>
                  <a:latin typeface="Calibri"/>
                  <a:ea typeface="Calibri"/>
                  <a:cs typeface="Calibri"/>
                  <a:sym typeface="Calibri"/>
                </a:rPr>
                <a:t>: 20 minutes.</a:t>
              </a:r>
              <a:br>
                <a:rPr lang="en-US" sz="1100" i="1" dirty="0">
                  <a:solidFill>
                    <a:schemeClr val="dk1"/>
                  </a:solidFill>
                  <a:latin typeface="Calibri"/>
                  <a:ea typeface="Calibri"/>
                  <a:cs typeface="Calibri"/>
                  <a:sym typeface="Calibri"/>
                </a:rPr>
              </a:br>
              <a:r>
                <a:rPr lang="en-US" sz="1100" b="1" i="1" dirty="0">
                  <a:solidFill>
                    <a:schemeClr val="dk1"/>
                  </a:solidFill>
                  <a:latin typeface="Calibri"/>
                  <a:ea typeface="Calibri"/>
                  <a:cs typeface="Calibri"/>
                  <a:sym typeface="Calibri"/>
                </a:rPr>
                <a:t>Notes</a:t>
              </a:r>
              <a:r>
                <a:rPr lang="en-US" sz="1100" i="1" dirty="0">
                  <a:solidFill>
                    <a:schemeClr val="dk1"/>
                  </a:solidFill>
                  <a:latin typeface="Calibri"/>
                  <a:ea typeface="Calibri"/>
                  <a:cs typeface="Calibri"/>
                  <a:sym typeface="Calibri"/>
                </a:rPr>
                <a:t>:. </a:t>
              </a:r>
              <a:r>
                <a:rPr lang="en-US" sz="1100" b="1" i="1" dirty="0">
                  <a:solidFill>
                    <a:schemeClr val="dk1"/>
                  </a:solidFill>
                  <a:highlight>
                    <a:srgbClr val="00FF00"/>
                  </a:highlight>
                  <a:latin typeface="Calibri"/>
                  <a:ea typeface="Calibri"/>
                  <a:cs typeface="Calibri"/>
                  <a:sym typeface="Calibri"/>
                </a:rPr>
                <a:t>For essay class, these tasks should generate ideas and details for the essay topic. Although it is an essay class, activities should be pair or group speaking focused. The focus should be the topic, not a grammar point.</a:t>
              </a:r>
              <a:endParaRPr sz="1100" b="1" i="1" dirty="0">
                <a:solidFill>
                  <a:schemeClr val="dk1"/>
                </a:solidFill>
                <a:highlight>
                  <a:srgbClr val="00FF00"/>
                </a:highlight>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grpSp>
        <p:nvGrpSpPr>
          <p:cNvPr id="70" name="Google Shape;70;p9"/>
          <p:cNvGrpSpPr/>
          <p:nvPr/>
        </p:nvGrpSpPr>
        <p:grpSpPr>
          <a:xfrm>
            <a:off x="459000" y="1335898"/>
            <a:ext cx="5940000" cy="4463018"/>
            <a:chOff x="639000" y="3600006"/>
            <a:chExt cx="5580000" cy="4478464"/>
          </a:xfrm>
        </p:grpSpPr>
        <p:sp>
          <p:nvSpPr>
            <p:cNvPr id="71" name="Google Shape;71;p9"/>
            <p:cNvSpPr/>
            <p:nvPr/>
          </p:nvSpPr>
          <p:spPr>
            <a:xfrm>
              <a:off x="639000" y="3600006"/>
              <a:ext cx="5580000" cy="216000"/>
            </a:xfrm>
            <a:prstGeom prst="rect">
              <a:avLst/>
            </a:prstGeom>
            <a:solidFill>
              <a:srgbClr val="D8D8D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dirty="0">
                  <a:solidFill>
                    <a:schemeClr val="dk1"/>
                  </a:solidFill>
                  <a:latin typeface="Calibri"/>
                  <a:ea typeface="Calibri"/>
                  <a:cs typeface="Calibri"/>
                  <a:sym typeface="Calibri"/>
                </a:rPr>
                <a:t>Essay: </a:t>
              </a:r>
              <a:r>
                <a:rPr lang="en-US" sz="1100" i="1" dirty="0">
                  <a:solidFill>
                    <a:schemeClr val="dk1"/>
                  </a:solidFill>
                  <a:latin typeface="Calibri"/>
                  <a:ea typeface="Calibri"/>
                  <a:cs typeface="Calibri"/>
                  <a:sym typeface="Calibri"/>
                </a:rPr>
                <a:t>Introduce the essay topic, organize ideas and then individual brainstorming &amp; writing.</a:t>
              </a:r>
              <a:endParaRPr sz="1100" i="1" dirty="0">
                <a:solidFill>
                  <a:schemeClr val="dk1"/>
                </a:solidFill>
                <a:latin typeface="Calibri"/>
                <a:ea typeface="Calibri"/>
                <a:cs typeface="Calibri"/>
                <a:sym typeface="Calibri"/>
              </a:endParaRPr>
            </a:p>
          </p:txBody>
        </p:sp>
        <p:sp>
          <p:nvSpPr>
            <p:cNvPr id="72" name="Google Shape;72;p9"/>
            <p:cNvSpPr txBox="1"/>
            <p:nvPr/>
          </p:nvSpPr>
          <p:spPr>
            <a:xfrm>
              <a:off x="639000" y="3816006"/>
              <a:ext cx="5580000" cy="4262464"/>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lnSpcReduction="10000"/>
            </a:bodyPr>
            <a:lstStyle/>
            <a:p>
              <a:r>
                <a:rPr lang="en-US" altLang="ko-KR" sz="1100" b="1" i="1" dirty="0">
                  <a:solidFill>
                    <a:schemeClr val="dk1"/>
                  </a:solidFill>
                  <a:latin typeface="Calibri"/>
                  <a:ea typeface="Calibri"/>
                  <a:cs typeface="Calibri"/>
                  <a:sym typeface="Calibri"/>
                </a:rPr>
                <a:t>Timing</a:t>
              </a:r>
              <a:r>
                <a:rPr lang="en-US" altLang="ko-KR" sz="1100" i="1" dirty="0">
                  <a:solidFill>
                    <a:schemeClr val="dk1"/>
                  </a:solidFill>
                  <a:latin typeface="Calibri"/>
                  <a:ea typeface="Calibri"/>
                  <a:cs typeface="Calibri"/>
                  <a:sym typeface="Calibri"/>
                </a:rPr>
                <a:t>: 15 minutes.</a:t>
              </a:r>
              <a:endParaRPr lang="en-US" sz="1100" b="1" dirty="0">
                <a:solidFill>
                  <a:schemeClr val="dk1"/>
                </a:solidFill>
                <a:highlight>
                  <a:srgbClr val="00FF00"/>
                </a:highlight>
                <a:latin typeface="Calibri"/>
                <a:ea typeface="Calibri"/>
                <a:cs typeface="Calibri"/>
                <a:sym typeface="Calibri"/>
              </a:endParaRPr>
            </a:p>
            <a:p>
              <a:pPr algn="ctr"/>
              <a:r>
                <a:rPr lang="en-US" sz="1100" b="1" dirty="0">
                  <a:solidFill>
                    <a:schemeClr val="dk1"/>
                  </a:solidFill>
                  <a:highlight>
                    <a:srgbClr val="00FF00"/>
                  </a:highlight>
                  <a:latin typeface="Calibri"/>
                  <a:ea typeface="Calibri"/>
                  <a:cs typeface="Calibri"/>
                  <a:sym typeface="Calibri"/>
                </a:rPr>
                <a:t>This will be completed in the students’ Essay Notebooks</a:t>
              </a:r>
            </a:p>
            <a:p>
              <a:pPr algn="ctr"/>
              <a:r>
                <a:rPr lang="en-US" b="1" i="1" u="sng" dirty="0">
                  <a:solidFill>
                    <a:srgbClr val="FF0000"/>
                  </a:solidFill>
                  <a:highlight>
                    <a:srgbClr val="00FF00"/>
                  </a:highlight>
                  <a:latin typeface="Calibri"/>
                  <a:cs typeface="Calibri"/>
                  <a:sym typeface="Calibri"/>
                </a:rPr>
                <a:t>Note: None of this should be on the PPT. This should all be done on the whiteboard. The last slide of the PPT should be the essay question.</a:t>
              </a:r>
              <a:endParaRPr b="1" i="1" u="sng" dirty="0">
                <a:solidFill>
                  <a:srgbClr val="FF0000"/>
                </a:solidFill>
              </a:endParaRPr>
            </a:p>
            <a:p>
              <a:endParaRPr lang="en-US" sz="1100" b="1"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Topic: </a:t>
              </a:r>
              <a:r>
                <a:rPr lang="en-US" sz="1100" b="1" dirty="0">
                  <a:solidFill>
                    <a:schemeClr val="dk1"/>
                  </a:solidFill>
                  <a:highlight>
                    <a:srgbClr val="FFFF00"/>
                  </a:highlight>
                  <a:latin typeface="Calibri"/>
                  <a:ea typeface="Calibri"/>
                  <a:cs typeface="Calibri"/>
                  <a:sym typeface="Calibri"/>
                </a:rPr>
                <a:t>Please enter the topic you have chosen for this lesson. Only include that topic, do not include the other topic.</a:t>
              </a:r>
            </a:p>
            <a:p>
              <a:br>
                <a:rPr lang="en-US" sz="1100" b="1" dirty="0">
                  <a:solidFill>
                    <a:schemeClr val="dk1"/>
                  </a:solidFill>
                  <a:latin typeface="Calibri"/>
                  <a:ea typeface="Calibri"/>
                  <a:cs typeface="Calibri"/>
                  <a:sym typeface="Calibri"/>
                </a:rPr>
              </a:br>
              <a:r>
                <a:rPr lang="en-US" sz="1100" b="1" dirty="0">
                  <a:solidFill>
                    <a:schemeClr val="dk1"/>
                  </a:solidFill>
                  <a:latin typeface="Calibri"/>
                  <a:ea typeface="Calibri"/>
                  <a:cs typeface="Calibri"/>
                  <a:sym typeface="Calibri"/>
                </a:rPr>
                <a:t>Step 1: Break down the topic </a:t>
              </a:r>
              <a:endParaRPr dirty="0"/>
            </a:p>
            <a:p>
              <a:r>
                <a:rPr lang="en-US" sz="1100" dirty="0">
                  <a:solidFill>
                    <a:schemeClr val="dk1"/>
                  </a:solidFill>
                  <a:latin typeface="Calibri"/>
                  <a:ea typeface="Calibri"/>
                  <a:cs typeface="Calibri"/>
                  <a:sym typeface="Calibri"/>
                </a:rPr>
                <a:t>Explain the keywords in the topic and what information the question is asking for. </a:t>
              </a:r>
            </a:p>
            <a:p>
              <a:endParaRPr sz="1000" b="1" u="sng"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Step 2: Discussion </a:t>
              </a:r>
              <a:endParaRPr dirty="0"/>
            </a:p>
            <a:p>
              <a:r>
                <a:rPr lang="en-US" sz="1100" dirty="0">
                  <a:solidFill>
                    <a:schemeClr val="dk1"/>
                  </a:solidFill>
                  <a:latin typeface="Calibri"/>
                  <a:ea typeface="Calibri"/>
                  <a:cs typeface="Calibri"/>
                  <a:sym typeface="Calibri"/>
                </a:rPr>
                <a:t>Link back to the discussions and idea creation from the warm-up, task 1, and task 2.</a:t>
              </a:r>
              <a:endParaRPr dirty="0"/>
            </a:p>
            <a:p>
              <a:endParaRPr sz="1000" b="1"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Step 3: Idea organization (Optional)</a:t>
              </a:r>
              <a:endParaRPr dirty="0"/>
            </a:p>
            <a:p>
              <a:r>
                <a:rPr lang="en-US" sz="1100" dirty="0">
                  <a:solidFill>
                    <a:schemeClr val="dk1"/>
                  </a:solidFill>
                  <a:latin typeface="Calibri"/>
                  <a:ea typeface="Calibri"/>
                  <a:cs typeface="Calibri"/>
                  <a:sym typeface="Calibri"/>
                </a:rPr>
                <a:t>From the discussion, organize the ideas of the board. For some classes, this can be skipped if students can confidently brainstorm individually. </a:t>
              </a:r>
              <a:endParaRPr dirty="0"/>
            </a:p>
            <a:p>
              <a:endParaRPr sz="1000" dirty="0">
                <a:solidFill>
                  <a:schemeClr val="dk1"/>
                </a:solidFill>
                <a:latin typeface="Calibri"/>
                <a:ea typeface="Calibri"/>
                <a:cs typeface="Calibri"/>
                <a:sym typeface="Calibri"/>
              </a:endParaRPr>
            </a:p>
            <a:p>
              <a:r>
                <a:rPr lang="en-US" sz="1100" b="1" dirty="0">
                  <a:solidFill>
                    <a:schemeClr val="dk1"/>
                  </a:solidFill>
                  <a:latin typeface="Calibri"/>
                  <a:ea typeface="Calibri"/>
                  <a:cs typeface="Calibri"/>
                  <a:sym typeface="Calibri"/>
                </a:rPr>
                <a:t>Step 4: Individual brainstorming</a:t>
              </a:r>
              <a:endParaRPr dirty="0"/>
            </a:p>
            <a:p>
              <a:r>
                <a:rPr lang="en-US" sz="1100" dirty="0">
                  <a:solidFill>
                    <a:schemeClr val="dk1"/>
                  </a:solidFill>
                  <a:latin typeface="Calibri"/>
                  <a:ea typeface="Calibri"/>
                  <a:cs typeface="Calibri"/>
                  <a:sym typeface="Calibri"/>
                </a:rPr>
                <a:t>Give students 5-10 minutes to fill in their brainstorming pages depending on their level.  Go around and check on each student.  Give strict time limits and encourage either full sentences or keyword brainstorming depending on the level.</a:t>
              </a:r>
            </a:p>
            <a:p>
              <a:endParaRPr lang="en-US" sz="1100" dirty="0">
                <a:solidFill>
                  <a:schemeClr val="dk1"/>
                </a:solidFill>
                <a:latin typeface="Calibri"/>
                <a:cs typeface="Calibri"/>
                <a:sym typeface="Calibri"/>
              </a:endParaRPr>
            </a:p>
            <a:p>
              <a:r>
                <a:rPr lang="en-US" sz="1100" b="1" dirty="0">
                  <a:solidFill>
                    <a:schemeClr val="dk1"/>
                  </a:solidFill>
                  <a:latin typeface="Calibri"/>
                  <a:cs typeface="Calibri"/>
                  <a:sym typeface="Calibri"/>
                </a:rPr>
                <a:t>Step 5 – Focused writing</a:t>
              </a:r>
            </a:p>
            <a:p>
              <a:r>
                <a:rPr lang="en-US" sz="1100" dirty="0">
                  <a:solidFill>
                    <a:schemeClr val="dk1"/>
                  </a:solidFill>
                  <a:latin typeface="Calibri"/>
                  <a:cs typeface="Calibri"/>
                  <a:sym typeface="Calibri"/>
                </a:rPr>
                <a:t>If needed and time allows, quickly review one part of the essay and have students complete it during class. </a:t>
              </a:r>
              <a:r>
                <a:rPr lang="en-US" sz="1100" b="1" dirty="0">
                  <a:solidFill>
                    <a:schemeClr val="dk1"/>
                  </a:solidFill>
                  <a:latin typeface="Calibri"/>
                  <a:cs typeface="Calibri"/>
                  <a:sym typeface="Calibri"/>
                </a:rPr>
                <a:t>Students should not write the whole essay during class</a:t>
              </a:r>
              <a:r>
                <a:rPr lang="en-US" sz="1100" dirty="0">
                  <a:solidFill>
                    <a:schemeClr val="dk1"/>
                  </a:solidFill>
                  <a:latin typeface="Calibri"/>
                  <a:cs typeface="Calibri"/>
                  <a:sym typeface="Calibri"/>
                </a:rPr>
                <a:t>.</a:t>
              </a:r>
              <a:endParaRPr dirty="0"/>
            </a:p>
          </p:txBody>
        </p:sp>
      </p:grpSp>
      <p:grpSp>
        <p:nvGrpSpPr>
          <p:cNvPr id="7" name="Google Shape;70;p9"/>
          <p:cNvGrpSpPr/>
          <p:nvPr/>
        </p:nvGrpSpPr>
        <p:grpSpPr>
          <a:xfrm>
            <a:off x="459000" y="6201271"/>
            <a:ext cx="5940000" cy="2641789"/>
            <a:chOff x="639000" y="3600005"/>
            <a:chExt cx="5580000" cy="2650932"/>
          </a:xfrm>
        </p:grpSpPr>
        <p:sp>
          <p:nvSpPr>
            <p:cNvPr id="8" name="Google Shape;71;p9"/>
            <p:cNvSpPr/>
            <p:nvPr/>
          </p:nvSpPr>
          <p:spPr>
            <a:xfrm>
              <a:off x="639000" y="3600005"/>
              <a:ext cx="5580000" cy="216000"/>
            </a:xfrm>
            <a:prstGeom prst="rect">
              <a:avLst/>
            </a:prstGeom>
            <a:solidFill>
              <a:srgbClr val="D8D8D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nSpc>
                  <a:spcPct val="107000"/>
                </a:lnSpc>
              </a:pPr>
              <a:r>
                <a:rPr lang="en-US" sz="1100" b="1" i="1" dirty="0">
                  <a:solidFill>
                    <a:schemeClr val="dk1"/>
                  </a:solidFill>
                  <a:latin typeface="Calibri"/>
                  <a:ea typeface="Calibri"/>
                  <a:cs typeface="Calibri"/>
                  <a:sym typeface="Calibri"/>
                </a:rPr>
                <a:t>Essay Board Work: </a:t>
              </a:r>
              <a:r>
                <a:rPr lang="en-US" sz="1100" dirty="0">
                  <a:solidFill>
                    <a:schemeClr val="dk1"/>
                  </a:solidFill>
                  <a:latin typeface="Calibri"/>
                  <a:ea typeface="Calibri"/>
                  <a:cs typeface="Calibri"/>
                  <a:sym typeface="Calibri"/>
                </a:rPr>
                <a:t>This should be done by the teacher before going into class. </a:t>
              </a:r>
              <a:endParaRPr sz="1100" dirty="0">
                <a:solidFill>
                  <a:schemeClr val="dk1"/>
                </a:solidFill>
                <a:latin typeface="Calibri"/>
                <a:ea typeface="Calibri"/>
                <a:cs typeface="Calibri"/>
                <a:sym typeface="Calibri"/>
              </a:endParaRPr>
            </a:p>
          </p:txBody>
        </p:sp>
        <p:sp>
          <p:nvSpPr>
            <p:cNvPr id="9" name="Google Shape;72;p9"/>
            <p:cNvSpPr txBox="1"/>
            <p:nvPr/>
          </p:nvSpPr>
          <p:spPr>
            <a:xfrm>
              <a:off x="639000" y="3816007"/>
              <a:ext cx="5580000" cy="243493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algn="ct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0"/>
          <p:cNvSpPr/>
          <p:nvPr/>
        </p:nvSpPr>
        <p:spPr>
          <a:xfrm>
            <a:off x="444337" y="1283112"/>
            <a:ext cx="6051935" cy="302700"/>
          </a:xfrm>
          <a:prstGeom prst="rect">
            <a:avLst/>
          </a:prstGeom>
          <a:solidFill>
            <a:srgbClr val="BFBFBF"/>
          </a:solidFill>
          <a:ln w="9150" cap="flat" cmpd="sng">
            <a:solidFill>
              <a:schemeClr val="dk1"/>
            </a:solidFill>
            <a:prstDash val="solid"/>
            <a:miter lim="800000"/>
            <a:headEnd type="none" w="sm" len="sm"/>
            <a:tailEnd type="none" w="sm" len="sm"/>
          </a:ln>
        </p:spPr>
        <p:txBody>
          <a:bodyPr spcFirstLastPara="1" wrap="square" lIns="87850" tIns="43925" rIns="87850" bIns="43925" anchor="ctr" anchorCtr="0">
            <a:noAutofit/>
          </a:bodyPr>
          <a:lstStyle/>
          <a:p>
            <a:pPr>
              <a:lnSpc>
                <a:spcPct val="107000"/>
              </a:lnSpc>
            </a:pPr>
            <a:r>
              <a:rPr lang="en-US" sz="1100" b="1" i="1">
                <a:solidFill>
                  <a:schemeClr val="dk1"/>
                </a:solidFill>
                <a:latin typeface="Calibri"/>
                <a:ea typeface="Calibri"/>
                <a:cs typeface="Calibri"/>
                <a:sym typeface="Calibri"/>
              </a:rPr>
              <a:t>Teaching Notes: Space to make notes before, during, or after classes as needed.</a:t>
            </a:r>
            <a:endParaRPr sz="1100" i="1">
              <a:solidFill>
                <a:schemeClr val="dk1"/>
              </a:solidFill>
              <a:latin typeface="Calibri"/>
              <a:ea typeface="Calibri"/>
              <a:cs typeface="Calibri"/>
              <a:sym typeface="Calibri"/>
            </a:endParaRPr>
          </a:p>
        </p:txBody>
      </p:sp>
      <p:graphicFrame>
        <p:nvGraphicFramePr>
          <p:cNvPr id="79" name="Google Shape;79;p10"/>
          <p:cNvGraphicFramePr/>
          <p:nvPr>
            <p:extLst>
              <p:ext uri="{D42A27DB-BD31-4B8C-83A1-F6EECF244321}">
                <p14:modId xmlns:p14="http://schemas.microsoft.com/office/powerpoint/2010/main" val="1218492860"/>
              </p:ext>
            </p:extLst>
          </p:nvPr>
        </p:nvGraphicFramePr>
        <p:xfrm>
          <a:off x="448618" y="1590337"/>
          <a:ext cx="6051935" cy="7975694"/>
        </p:xfrm>
        <a:graphic>
          <a:graphicData uri="http://schemas.openxmlformats.org/drawingml/2006/table">
            <a:tbl>
              <a:tblPr firstRow="1" bandRow="1">
                <a:noFill/>
                <a:tableStyleId>{1ADB7FB2-64E8-4A3F-B2EA-38B361DA9474}</a:tableStyleId>
              </a:tblPr>
              <a:tblGrid>
                <a:gridCol w="738343">
                  <a:extLst>
                    <a:ext uri="{9D8B030D-6E8A-4147-A177-3AD203B41FA5}">
                      <a16:colId xmlns:a16="http://schemas.microsoft.com/office/drawing/2014/main" val="20000"/>
                    </a:ext>
                  </a:extLst>
                </a:gridCol>
                <a:gridCol w="567986">
                  <a:extLst>
                    <a:ext uri="{9D8B030D-6E8A-4147-A177-3AD203B41FA5}">
                      <a16:colId xmlns:a16="http://schemas.microsoft.com/office/drawing/2014/main" val="20001"/>
                    </a:ext>
                  </a:extLst>
                </a:gridCol>
                <a:gridCol w="582915">
                  <a:extLst>
                    <a:ext uri="{9D8B030D-6E8A-4147-A177-3AD203B41FA5}">
                      <a16:colId xmlns:a16="http://schemas.microsoft.com/office/drawing/2014/main" val="20002"/>
                    </a:ext>
                  </a:extLst>
                </a:gridCol>
                <a:gridCol w="582915">
                  <a:extLst>
                    <a:ext uri="{9D8B030D-6E8A-4147-A177-3AD203B41FA5}">
                      <a16:colId xmlns:a16="http://schemas.microsoft.com/office/drawing/2014/main" val="20003"/>
                    </a:ext>
                  </a:extLst>
                </a:gridCol>
                <a:gridCol w="582915">
                  <a:extLst>
                    <a:ext uri="{9D8B030D-6E8A-4147-A177-3AD203B41FA5}">
                      <a16:colId xmlns:a16="http://schemas.microsoft.com/office/drawing/2014/main" val="20004"/>
                    </a:ext>
                  </a:extLst>
                </a:gridCol>
                <a:gridCol w="2996861">
                  <a:extLst>
                    <a:ext uri="{9D8B030D-6E8A-4147-A177-3AD203B41FA5}">
                      <a16:colId xmlns:a16="http://schemas.microsoft.com/office/drawing/2014/main" val="20005"/>
                    </a:ext>
                  </a:extLst>
                </a:gridCol>
              </a:tblGrid>
              <a:tr h="411289">
                <a:tc>
                  <a:txBody>
                    <a:bodyPr/>
                    <a:lstStyle/>
                    <a:p>
                      <a:pPr marL="0" marR="0" lvl="0" indent="0" algn="ctr" rtl="0">
                        <a:spcBef>
                          <a:spcPts val="0"/>
                        </a:spcBef>
                        <a:spcAft>
                          <a:spcPts val="0"/>
                        </a:spcAft>
                        <a:buNone/>
                      </a:pPr>
                      <a:r>
                        <a:rPr lang="en-US" sz="1100" b="1" dirty="0">
                          <a:solidFill>
                            <a:schemeClr val="dk1"/>
                          </a:solidFill>
                          <a:latin typeface="Calibri"/>
                          <a:ea typeface="Calibri"/>
                          <a:cs typeface="Calibri"/>
                          <a:sym typeface="Calibri"/>
                        </a:rPr>
                        <a:t>Timing</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1000">
                          <a:solidFill>
                            <a:srgbClr val="000000"/>
                          </a:solidFill>
                        </a:rPr>
                        <a:t>Target</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1100">
                          <a:solidFill>
                            <a:srgbClr val="000000"/>
                          </a:solidFill>
                        </a:rPr>
                        <a:t>Class 1</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1100">
                          <a:solidFill>
                            <a:srgbClr val="000000"/>
                          </a:solidFill>
                        </a:rPr>
                        <a:t>Class 2</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1100">
                          <a:solidFill>
                            <a:srgbClr val="000000"/>
                          </a:solidFill>
                        </a:rPr>
                        <a:t>Class 3</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1100">
                          <a:solidFill>
                            <a:srgbClr val="000000"/>
                          </a:solidFill>
                        </a:rPr>
                        <a:t>Possible Changes &amp; Considerations (Before Class)</a:t>
                      </a:r>
                      <a:endParaRPr sz="1100">
                        <a:solidFill>
                          <a:srgbClr val="000000"/>
                        </a:solidFill>
                      </a:endParaRPr>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411289">
                <a:tc>
                  <a:txBody>
                    <a:bodyPr/>
                    <a:lstStyle/>
                    <a:p>
                      <a:pPr marL="0" marR="0" lvl="0" indent="0" algn="ctr" rtl="0">
                        <a:spcBef>
                          <a:spcPts val="0"/>
                        </a:spcBef>
                        <a:spcAft>
                          <a:spcPts val="0"/>
                        </a:spcAft>
                        <a:buNone/>
                      </a:pPr>
                      <a:r>
                        <a:rPr lang="en-US" sz="1100" b="1" dirty="0"/>
                        <a:t>Welcome</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i="1"/>
                        <a:t>1-2</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rowSpan="7">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63101">
                <a:tc>
                  <a:txBody>
                    <a:bodyPr/>
                    <a:lstStyle/>
                    <a:p>
                      <a:pPr marL="0" marR="0" lvl="0" indent="0" algn="ctr" rtl="0">
                        <a:spcBef>
                          <a:spcPts val="0"/>
                        </a:spcBef>
                        <a:spcAft>
                          <a:spcPts val="0"/>
                        </a:spcAft>
                        <a:buNone/>
                      </a:pPr>
                      <a:r>
                        <a:rPr lang="en-US" sz="1100" b="1">
                          <a:solidFill>
                            <a:schemeClr val="dk1"/>
                          </a:solidFill>
                          <a:latin typeface="Calibri"/>
                          <a:ea typeface="Calibri"/>
                          <a:cs typeface="Calibri"/>
                          <a:sym typeface="Calibri"/>
                        </a:rPr>
                        <a:t>PLE</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i="1"/>
                        <a:t>5-7</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2"/>
                  </a:ext>
                </a:extLst>
              </a:tr>
              <a:tr h="411289">
                <a:tc>
                  <a:txBody>
                    <a:bodyPr/>
                    <a:lstStyle/>
                    <a:p>
                      <a:pPr marL="0" marR="0" lvl="0" indent="0" algn="ctr" rtl="0">
                        <a:spcBef>
                          <a:spcPts val="0"/>
                        </a:spcBef>
                        <a:spcAft>
                          <a:spcPts val="0"/>
                        </a:spcAft>
                        <a:buNone/>
                      </a:pPr>
                      <a:r>
                        <a:rPr lang="en-US" sz="1100" b="1"/>
                        <a:t>Warm-up</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i="1"/>
                        <a:t>5-7</a:t>
                      </a:r>
                      <a:endParaRPr sz="13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3"/>
                  </a:ext>
                </a:extLst>
              </a:tr>
              <a:tr h="263101">
                <a:tc>
                  <a:txBody>
                    <a:bodyPr/>
                    <a:lstStyle/>
                    <a:p>
                      <a:pPr marL="0" marR="0" lvl="0" indent="0" algn="ctr" rtl="0">
                        <a:spcBef>
                          <a:spcPts val="0"/>
                        </a:spcBef>
                        <a:spcAft>
                          <a:spcPts val="0"/>
                        </a:spcAft>
                        <a:buNone/>
                      </a:pPr>
                      <a:r>
                        <a:rPr lang="en-US" sz="1100" b="1" dirty="0"/>
                        <a:t>Tasks</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i="1" dirty="0"/>
                        <a:t>15-20</a:t>
                      </a:r>
                      <a:endParaRPr lang="en-US" sz="13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lgn="ctr">
                      <a:solidFill>
                        <a:schemeClr val="dk1"/>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4"/>
                  </a:ext>
                </a:extLst>
              </a:tr>
              <a:tr h="303991">
                <a:tc>
                  <a:txBody>
                    <a:bodyPr/>
                    <a:lstStyle/>
                    <a:p>
                      <a:pPr marL="0" marR="0" lvl="0" indent="0" algn="ctr" rtl="0">
                        <a:spcBef>
                          <a:spcPts val="0"/>
                        </a:spcBef>
                        <a:spcAft>
                          <a:spcPts val="0"/>
                        </a:spcAft>
                        <a:buNone/>
                      </a:pPr>
                      <a:r>
                        <a:rPr lang="en-US" sz="1100" b="1" dirty="0"/>
                        <a:t>Topic</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i="1" dirty="0"/>
                        <a:t>3-5</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5"/>
                  </a:ext>
                </a:extLst>
              </a:tr>
              <a:tr h="263101">
                <a:tc>
                  <a:txBody>
                    <a:bodyPr/>
                    <a:lstStyle/>
                    <a:p>
                      <a:pPr marL="0" marR="0" lvl="0" indent="0" algn="ctr" rtl="0">
                        <a:spcBef>
                          <a:spcPts val="0"/>
                        </a:spcBef>
                        <a:spcAft>
                          <a:spcPts val="0"/>
                        </a:spcAft>
                        <a:buNone/>
                      </a:pPr>
                      <a:r>
                        <a:rPr lang="en-US" sz="1100" b="1" dirty="0"/>
                        <a:t>BS &amp; Writing</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lgn="ctr">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i="1" dirty="0"/>
                        <a:t>15</a:t>
                      </a:r>
                      <a:endParaRPr sz="1300" dirty="0"/>
                    </a:p>
                  </a:txBody>
                  <a:tcPr marL="87975" marR="87975" marT="43850" marB="43850" anchor="ctr">
                    <a:lnL w="9150" cap="flat" cmpd="sng" algn="ctr">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lgn="ctr">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a:p>
                  </a:txBody>
                  <a:tcPr marL="87975" marR="87975" marT="43850" marB="43850" anchor="ctr">
                    <a:lnL w="9150" cap="flat" cmpd="sng" algn="ctr">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lgn="ctr">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dirty="0"/>
                    </a:p>
                  </a:txBody>
                  <a:tcPr marL="87975" marR="87975" marT="43850" marB="43850" anchor="ctr">
                    <a:lnL w="9150" cap="flat" cmpd="sng" algn="ctr">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lgn="ctr">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200"/>
                    </a:p>
                  </a:txBody>
                  <a:tcPr marL="87975" marR="87975" marT="43850" marB="43850" anchor="ctr">
                    <a:lnL w="9150" cap="flat" cmpd="sng" algn="ctr">
                      <a:solidFill>
                        <a:schemeClr val="dk1"/>
                      </a:solidFill>
                      <a:prstDash val="solid"/>
                      <a:round/>
                      <a:headEnd type="none" w="sm" len="sm"/>
                      <a:tailEnd type="none" w="sm" len="sm"/>
                    </a:lnL>
                    <a:lnR w="9150" cap="flat" cmpd="sng" algn="ctr">
                      <a:solidFill>
                        <a:schemeClr val="dk1"/>
                      </a:solidFill>
                      <a:prstDash val="solid"/>
                      <a:round/>
                      <a:headEnd type="none" w="sm" len="sm"/>
                      <a:tailEnd type="none" w="sm" len="sm"/>
                    </a:lnR>
                    <a:lnT w="9150" cap="flat" cmpd="sng" algn="ctr">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8"/>
                  </a:ext>
                </a:extLst>
              </a:tr>
              <a:tr h="263101">
                <a:tc>
                  <a:txBody>
                    <a:bodyPr/>
                    <a:lstStyle/>
                    <a:p>
                      <a:pPr marL="0" marR="0" lvl="0" indent="0" algn="ctr" rtl="0">
                        <a:spcBef>
                          <a:spcPts val="0"/>
                        </a:spcBef>
                        <a:spcAft>
                          <a:spcPts val="0"/>
                        </a:spcAft>
                        <a:buNone/>
                      </a:pPr>
                      <a:r>
                        <a:rPr lang="en-US" sz="1100" b="1" dirty="0"/>
                        <a:t>Closure</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i="1" dirty="0"/>
                        <a:t>&lt; 2</a:t>
                      </a:r>
                      <a:endParaRPr sz="1300"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9"/>
                  </a:ext>
                </a:extLst>
              </a:tr>
              <a:tr h="248283">
                <a:tc gridSpan="5">
                  <a:txBody>
                    <a:bodyPr/>
                    <a:lstStyle/>
                    <a:p>
                      <a:pPr marL="0" marR="0" lvl="0" indent="0" algn="ctr" rtl="0">
                        <a:spcBef>
                          <a:spcPts val="0"/>
                        </a:spcBef>
                        <a:spcAft>
                          <a:spcPts val="0"/>
                        </a:spcAft>
                        <a:buNone/>
                      </a:pPr>
                      <a:r>
                        <a:rPr lang="en-US" sz="1100" b="1"/>
                        <a:t>Common Student Issues / Errors / Vocab</a:t>
                      </a:r>
                      <a:endParaRPr sz="1100" b="1"/>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rtl="0">
                        <a:spcBef>
                          <a:spcPts val="0"/>
                        </a:spcBef>
                        <a:spcAft>
                          <a:spcPts val="0"/>
                        </a:spcAft>
                        <a:buNone/>
                      </a:pPr>
                      <a:r>
                        <a:rPr lang="en-US" sz="1100" b="1"/>
                        <a:t>Required Changes (During / After Class)</a:t>
                      </a:r>
                      <a:endParaRPr sz="1100" b="1"/>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10"/>
                  </a:ext>
                </a:extLst>
              </a:tr>
              <a:tr h="2181953">
                <a:tc gridSpan="5">
                  <a:txBody>
                    <a:bodyPr/>
                    <a:lstStyle/>
                    <a:p>
                      <a:pPr marL="0" marR="0" lvl="0" indent="0" algn="ctr" rtl="0">
                        <a:spcBef>
                          <a:spcPts val="0"/>
                        </a:spcBef>
                        <a:spcAft>
                          <a:spcPts val="0"/>
                        </a:spcAft>
                        <a:buNone/>
                      </a:pPr>
                      <a:endParaRPr sz="1100" b="1"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rtl="0">
                        <a:spcBef>
                          <a:spcPts val="0"/>
                        </a:spcBef>
                        <a:spcAft>
                          <a:spcPts val="0"/>
                        </a:spcAft>
                        <a:buNone/>
                      </a:pPr>
                      <a:endParaRPr sz="120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248283">
                <a:tc gridSpan="6">
                  <a:txBody>
                    <a:bodyPr/>
                    <a:lstStyle/>
                    <a:p>
                      <a:pPr marL="0" marR="0" lvl="0" indent="0" algn="ctr" rtl="0">
                        <a:spcBef>
                          <a:spcPts val="0"/>
                        </a:spcBef>
                        <a:spcAft>
                          <a:spcPts val="0"/>
                        </a:spcAft>
                        <a:buNone/>
                      </a:pPr>
                      <a:r>
                        <a:rPr lang="en-US" sz="1100" b="1" dirty="0"/>
                        <a:t>Misc. Notes</a:t>
                      </a:r>
                      <a:endParaRPr sz="1100" b="1"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2"/>
                  </a:ext>
                </a:extLst>
              </a:tr>
              <a:tr h="2498792">
                <a:tc gridSpan="6">
                  <a:txBody>
                    <a:bodyPr/>
                    <a:lstStyle/>
                    <a:p>
                      <a:pPr marL="0" marR="0" lvl="0" indent="0" algn="ctr" rtl="0">
                        <a:spcBef>
                          <a:spcPts val="0"/>
                        </a:spcBef>
                        <a:spcAft>
                          <a:spcPts val="0"/>
                        </a:spcAft>
                        <a:buNone/>
                      </a:pPr>
                      <a:endParaRPr sz="1100" b="1" dirty="0"/>
                    </a:p>
                  </a:txBody>
                  <a:tcPr marL="87975" marR="87975" marT="43850" marB="43850" anchor="ctr">
                    <a:lnL w="9150" cap="flat" cmpd="sng">
                      <a:solidFill>
                        <a:schemeClr val="dk1"/>
                      </a:solidFill>
                      <a:prstDash val="solid"/>
                      <a:round/>
                      <a:headEnd type="none" w="sm" len="sm"/>
                      <a:tailEnd type="none" w="sm" len="sm"/>
                    </a:lnL>
                    <a:lnR w="9150" cap="flat" cmpd="sng">
                      <a:solidFill>
                        <a:schemeClr val="dk1"/>
                      </a:solidFill>
                      <a:prstDash val="solid"/>
                      <a:round/>
                      <a:headEnd type="none" w="sm" len="sm"/>
                      <a:tailEnd type="none" w="sm" len="sm"/>
                    </a:lnR>
                    <a:lnT w="9150" cap="flat" cmpd="sng">
                      <a:solidFill>
                        <a:schemeClr val="dk1"/>
                      </a:solidFill>
                      <a:prstDash val="solid"/>
                      <a:round/>
                      <a:headEnd type="none" w="sm" len="sm"/>
                      <a:tailEnd type="none" w="sm" len="sm"/>
                    </a:lnT>
                    <a:lnB w="9150"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1"/>
          <p:cNvGrpSpPr/>
          <p:nvPr/>
        </p:nvGrpSpPr>
        <p:grpSpPr>
          <a:xfrm>
            <a:off x="398266" y="4797671"/>
            <a:ext cx="6061469" cy="310658"/>
            <a:chOff x="413936" y="1080000"/>
            <a:chExt cx="6299999" cy="324000"/>
          </a:xfrm>
        </p:grpSpPr>
        <p:cxnSp>
          <p:nvCxnSpPr>
            <p:cNvPr id="85" name="Google Shape;85;p11"/>
            <p:cNvCxnSpPr/>
            <p:nvPr/>
          </p:nvCxnSpPr>
          <p:spPr>
            <a:xfrm>
              <a:off x="413936" y="1386000"/>
              <a:ext cx="6299999" cy="0"/>
            </a:xfrm>
            <a:prstGeom prst="straightConnector1">
              <a:avLst/>
            </a:prstGeom>
            <a:noFill/>
            <a:ln w="38100" cap="flat" cmpd="sng">
              <a:solidFill>
                <a:srgbClr val="D1D1D1"/>
              </a:solidFill>
              <a:prstDash val="solid"/>
              <a:miter lim="800000"/>
              <a:headEnd type="none" w="sm" len="sm"/>
              <a:tailEnd type="none" w="sm" len="sm"/>
            </a:ln>
          </p:spPr>
        </p:cxnSp>
        <p:sp>
          <p:nvSpPr>
            <p:cNvPr id="86" name="Google Shape;86;p11"/>
            <p:cNvSpPr txBox="1"/>
            <p:nvPr/>
          </p:nvSpPr>
          <p:spPr>
            <a:xfrm>
              <a:off x="413936" y="1080000"/>
              <a:ext cx="6299999" cy="324000"/>
            </a:xfrm>
            <a:prstGeom prst="rect">
              <a:avLst/>
            </a:prstGeom>
            <a:noFill/>
            <a:ln>
              <a:noFill/>
            </a:ln>
          </p:spPr>
          <p:txBody>
            <a:bodyPr spcFirstLastPara="1" wrap="square" lIns="91425" tIns="45700" rIns="91425" bIns="45700" anchor="ctr" anchorCtr="0">
              <a:noAutofit/>
            </a:bodyPr>
            <a:lstStyle/>
            <a:p>
              <a:r>
                <a:rPr lang="en-US" sz="1900" b="1">
                  <a:solidFill>
                    <a:schemeClr val="dk1"/>
                  </a:solidFill>
                  <a:latin typeface="Calibri"/>
                  <a:ea typeface="Calibri"/>
                  <a:cs typeface="Calibri"/>
                  <a:sym typeface="Calibri"/>
                </a:rPr>
                <a:t>TASK 2</a:t>
              </a:r>
              <a:endParaRPr/>
            </a:p>
          </p:txBody>
        </p:sp>
      </p:grpSp>
      <p:sp>
        <p:nvSpPr>
          <p:cNvPr id="87" name="Google Shape;87;p11"/>
          <p:cNvSpPr txBox="1"/>
          <p:nvPr/>
        </p:nvSpPr>
        <p:spPr>
          <a:xfrm>
            <a:off x="398265" y="5211883"/>
            <a:ext cx="6061469" cy="241623"/>
          </a:xfrm>
          <a:prstGeom prst="rect">
            <a:avLst/>
          </a:prstGeom>
          <a:noFill/>
          <a:ln>
            <a:noFill/>
          </a:ln>
        </p:spPr>
        <p:txBody>
          <a:bodyPr spcFirstLastPara="1" wrap="square" lIns="0" tIns="0" rIns="0" bIns="0" anchor="ctr" anchorCtr="0">
            <a:noAutofit/>
          </a:bodyPr>
          <a:lstStyle/>
          <a:p>
            <a:r>
              <a:rPr lang="en-US" sz="1500" b="1">
                <a:solidFill>
                  <a:schemeClr val="dk1"/>
                </a:solidFill>
                <a:latin typeface="Calibri"/>
                <a:ea typeface="Calibri"/>
                <a:cs typeface="Calibri"/>
                <a:sym typeface="Calibri"/>
              </a:rPr>
              <a:t>Give instructions here.</a:t>
            </a:r>
            <a:endParaRPr/>
          </a:p>
        </p:txBody>
      </p:sp>
      <p:sp>
        <p:nvSpPr>
          <p:cNvPr id="88" name="Google Shape;88;p11"/>
          <p:cNvSpPr/>
          <p:nvPr/>
        </p:nvSpPr>
        <p:spPr>
          <a:xfrm>
            <a:off x="398265" y="1794912"/>
            <a:ext cx="6061470" cy="2761401"/>
          </a:xfrm>
          <a:prstGeom prst="rect">
            <a:avLst/>
          </a:prstGeom>
          <a:solidFill>
            <a:srgbClr val="F2F2F2"/>
          </a:solidFill>
          <a:ln>
            <a:noFill/>
          </a:ln>
        </p:spPr>
        <p:txBody>
          <a:bodyPr spcFirstLastPara="1" wrap="square" lIns="87775" tIns="43875" rIns="87775" bIns="43875" anchor="ctr" anchorCtr="0">
            <a:noAutofit/>
          </a:bodyPr>
          <a:lstStyle/>
          <a:p>
            <a:pPr algn="ctr"/>
            <a:r>
              <a:rPr lang="en-US" sz="1800">
                <a:solidFill>
                  <a:srgbClr val="FF0000"/>
                </a:solidFill>
                <a:latin typeface="Calibri"/>
                <a:ea typeface="Calibri"/>
                <a:cs typeface="Calibri"/>
                <a:sym typeface="Calibri"/>
              </a:rPr>
              <a:t>Use this box as a guide for aligning and delete after</a:t>
            </a:r>
            <a:endParaRPr sz="1800">
              <a:solidFill>
                <a:srgbClr val="FF0000"/>
              </a:solidFill>
              <a:latin typeface="Calibri"/>
              <a:ea typeface="Calibri"/>
              <a:cs typeface="Calibri"/>
              <a:sym typeface="Calibri"/>
            </a:endParaRPr>
          </a:p>
        </p:txBody>
      </p:sp>
      <p:sp>
        <p:nvSpPr>
          <p:cNvPr id="89" name="Google Shape;89;p11"/>
          <p:cNvSpPr/>
          <p:nvPr/>
        </p:nvSpPr>
        <p:spPr>
          <a:xfrm>
            <a:off x="398264" y="5626356"/>
            <a:ext cx="6061470" cy="3624339"/>
          </a:xfrm>
          <a:prstGeom prst="rect">
            <a:avLst/>
          </a:prstGeom>
          <a:solidFill>
            <a:srgbClr val="F2F2F2"/>
          </a:solidFill>
          <a:ln>
            <a:noFill/>
          </a:ln>
        </p:spPr>
        <p:txBody>
          <a:bodyPr spcFirstLastPara="1" wrap="square" lIns="87775" tIns="43875" rIns="87775" bIns="43875" anchor="ctr" anchorCtr="0">
            <a:noAutofit/>
          </a:bodyPr>
          <a:lstStyle/>
          <a:p>
            <a:pPr algn="ctr"/>
            <a:r>
              <a:rPr lang="en-US" sz="1800">
                <a:solidFill>
                  <a:srgbClr val="FF0000"/>
                </a:solidFill>
                <a:latin typeface="Calibri"/>
                <a:ea typeface="Calibri"/>
                <a:cs typeface="Calibri"/>
                <a:sym typeface="Calibri"/>
              </a:rPr>
              <a:t>Use this box as a guide for aligning and delete after</a:t>
            </a:r>
            <a:endParaRPr sz="1800">
              <a:solidFill>
                <a:srgbClr val="FF0000"/>
              </a:solidFill>
              <a:latin typeface="Calibri"/>
              <a:ea typeface="Calibri"/>
              <a:cs typeface="Calibri"/>
              <a:sym typeface="Calibri"/>
            </a:endParaRPr>
          </a:p>
        </p:txBody>
      </p:sp>
      <p:sp>
        <p:nvSpPr>
          <p:cNvPr id="90" name="Google Shape;90;p11"/>
          <p:cNvSpPr/>
          <p:nvPr/>
        </p:nvSpPr>
        <p:spPr>
          <a:xfrm>
            <a:off x="0" y="9492317"/>
            <a:ext cx="6858000" cy="86294"/>
          </a:xfrm>
          <a:prstGeom prst="rect">
            <a:avLst/>
          </a:prstGeom>
          <a:solidFill>
            <a:srgbClr val="D1D1D1"/>
          </a:solidFill>
          <a:ln>
            <a:noFill/>
          </a:ln>
        </p:spPr>
        <p:txBody>
          <a:bodyPr spcFirstLastPara="1" wrap="square" lIns="87775" tIns="43875" rIns="87775" bIns="43875" anchor="ctr" anchorCtr="0">
            <a:noAutofit/>
          </a:bodyPr>
          <a:lstStyle/>
          <a:p>
            <a:pPr algn="ctr"/>
            <a:endParaRPr sz="1800">
              <a:solidFill>
                <a:schemeClr val="lt1"/>
              </a:solidFill>
              <a:latin typeface="Calibri"/>
              <a:ea typeface="Calibri"/>
              <a:cs typeface="Calibri"/>
              <a:sym typeface="Calibri"/>
            </a:endParaRPr>
          </a:p>
        </p:txBody>
      </p:sp>
      <p:grpSp>
        <p:nvGrpSpPr>
          <p:cNvPr id="91" name="Google Shape;91;p11"/>
          <p:cNvGrpSpPr/>
          <p:nvPr/>
        </p:nvGrpSpPr>
        <p:grpSpPr>
          <a:xfrm>
            <a:off x="398266" y="966490"/>
            <a:ext cx="6061469" cy="310658"/>
            <a:chOff x="413936" y="1080000"/>
            <a:chExt cx="6299999" cy="324000"/>
          </a:xfrm>
        </p:grpSpPr>
        <p:cxnSp>
          <p:nvCxnSpPr>
            <p:cNvPr id="92" name="Google Shape;92;p11"/>
            <p:cNvCxnSpPr/>
            <p:nvPr/>
          </p:nvCxnSpPr>
          <p:spPr>
            <a:xfrm>
              <a:off x="413936" y="1386000"/>
              <a:ext cx="6299999" cy="0"/>
            </a:xfrm>
            <a:prstGeom prst="straightConnector1">
              <a:avLst/>
            </a:prstGeom>
            <a:noFill/>
            <a:ln w="38100" cap="flat" cmpd="sng">
              <a:solidFill>
                <a:srgbClr val="D1D1D1"/>
              </a:solidFill>
              <a:prstDash val="solid"/>
              <a:miter lim="800000"/>
              <a:headEnd type="none" w="sm" len="sm"/>
              <a:tailEnd type="none" w="sm" len="sm"/>
            </a:ln>
          </p:spPr>
        </p:cxnSp>
        <p:sp>
          <p:nvSpPr>
            <p:cNvPr id="93" name="Google Shape;93;p11"/>
            <p:cNvSpPr txBox="1"/>
            <p:nvPr/>
          </p:nvSpPr>
          <p:spPr>
            <a:xfrm>
              <a:off x="413936" y="1080000"/>
              <a:ext cx="6299999" cy="324000"/>
            </a:xfrm>
            <a:prstGeom prst="rect">
              <a:avLst/>
            </a:prstGeom>
            <a:noFill/>
            <a:ln>
              <a:noFill/>
            </a:ln>
          </p:spPr>
          <p:txBody>
            <a:bodyPr spcFirstLastPara="1" wrap="square" lIns="91425" tIns="45700" rIns="91425" bIns="45700" anchor="ctr" anchorCtr="0">
              <a:noAutofit/>
            </a:bodyPr>
            <a:lstStyle/>
            <a:p>
              <a:r>
                <a:rPr lang="en-US" sz="1900" b="1">
                  <a:solidFill>
                    <a:schemeClr val="dk1"/>
                  </a:solidFill>
                  <a:latin typeface="Calibri"/>
                  <a:ea typeface="Calibri"/>
                  <a:cs typeface="Calibri"/>
                  <a:sym typeface="Calibri"/>
                </a:rPr>
                <a:t>TASK 1</a:t>
              </a:r>
              <a:endParaRPr/>
            </a:p>
          </p:txBody>
        </p:sp>
      </p:grpSp>
      <p:sp>
        <p:nvSpPr>
          <p:cNvPr id="94" name="Google Shape;94;p11"/>
          <p:cNvSpPr txBox="1"/>
          <p:nvPr/>
        </p:nvSpPr>
        <p:spPr>
          <a:xfrm>
            <a:off x="398265" y="1380702"/>
            <a:ext cx="6061469" cy="241623"/>
          </a:xfrm>
          <a:prstGeom prst="rect">
            <a:avLst/>
          </a:prstGeom>
          <a:noFill/>
          <a:ln>
            <a:noFill/>
          </a:ln>
        </p:spPr>
        <p:txBody>
          <a:bodyPr spcFirstLastPara="1" wrap="square" lIns="0" tIns="0" rIns="0" bIns="0" anchor="ctr" anchorCtr="0">
            <a:noAutofit/>
          </a:bodyPr>
          <a:lstStyle/>
          <a:p>
            <a:r>
              <a:rPr lang="en-US" sz="1500" b="1">
                <a:solidFill>
                  <a:schemeClr val="dk1"/>
                </a:solidFill>
                <a:latin typeface="Calibri"/>
                <a:ea typeface="Calibri"/>
                <a:cs typeface="Calibri"/>
                <a:sym typeface="Calibri"/>
              </a:rPr>
              <a:t>Give instructions here.</a:t>
            </a:r>
            <a:endParaRPr/>
          </a:p>
        </p:txBody>
      </p:sp>
    </p:spTree>
  </p:cSld>
  <p:clrMapOvr>
    <a:masterClrMapping/>
  </p:clrMapOvr>
</p:sld>
</file>

<file path=ppt/theme/theme1.xml><?xml version="1.0" encoding="utf-8"?>
<a:theme xmlns:a="http://schemas.openxmlformats.org/drawingml/2006/main" name="Master Slid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TotalTime>
  <Words>961</Words>
  <Application>Microsoft Macintosh PowerPoint</Application>
  <PresentationFormat>A4 Paper (210x297 mm)</PresentationFormat>
  <Paragraphs>142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Malgun Gothic</vt:lpstr>
      <vt:lpstr>Aharoni</vt:lpstr>
      <vt:lpstr>Arial</vt:lpstr>
      <vt:lpstr>Calibri</vt:lpstr>
      <vt:lpstr>Master Slide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dyb7936</dc:creator>
  <cp:lastModifiedBy>Matthew Hacon</cp:lastModifiedBy>
  <cp:revision>18</cp:revision>
  <dcterms:modified xsi:type="dcterms:W3CDTF">2026-02-06T05:38:15Z</dcterms:modified>
</cp:coreProperties>
</file>