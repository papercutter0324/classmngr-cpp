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80" r:id="rId2"/>
  </p:sldMasterIdLst>
  <p:notesMasterIdLst>
    <p:notesMasterId r:id="rId12"/>
  </p:notesMasterIdLst>
  <p:handoutMasterIdLst>
    <p:handoutMasterId r:id="rId13"/>
  </p:handoutMasterIdLst>
  <p:sldIdLst>
    <p:sldId id="287" r:id="rId3"/>
    <p:sldId id="286" r:id="rId4"/>
    <p:sldId id="274" r:id="rId5"/>
    <p:sldId id="272" r:id="rId6"/>
    <p:sldId id="282" r:id="rId7"/>
    <p:sldId id="278" r:id="rId8"/>
    <p:sldId id="285" r:id="rId9"/>
    <p:sldId id="283" r:id="rId10"/>
    <p:sldId id="284" r:id="rId11"/>
  </p:sldIdLst>
  <p:sldSz cx="7129463" cy="10329863"/>
  <p:notesSz cx="6950075" cy="9236075"/>
  <p:embeddedFontLst>
    <p:embeddedFont>
      <p:font typeface="맑은 고딕" panose="020B0503020000020004" pitchFamily="34" charset="-127"/>
      <p:regular r:id="rId14"/>
      <p:bold r:id="rId15"/>
    </p:embeddedFont>
    <p:embeddedFont>
      <p:font typeface="Berlin Sans FB Demi" panose="020E0802020502020306" pitchFamily="34" charset="0"/>
      <p:bold r:id="rId16"/>
    </p:embeddedFont>
  </p:embeddedFontLst>
  <p:defaultTextStyle>
    <a:defPPr>
      <a:defRPr lang="en-US"/>
    </a:defPPr>
    <a:lvl1pPr marL="0" algn="l" defTabSz="476128" rtl="0" eaLnBrk="1" latinLnBrk="0" hangingPunct="1">
      <a:defRPr sz="1900" kern="1200">
        <a:solidFill>
          <a:schemeClr val="tx1"/>
        </a:solidFill>
        <a:latin typeface="+mn-lt"/>
        <a:ea typeface="+mn-ea"/>
        <a:cs typeface="+mn-cs"/>
      </a:defRPr>
    </a:lvl1pPr>
    <a:lvl2pPr marL="476128" algn="l" defTabSz="476128" rtl="0" eaLnBrk="1" latinLnBrk="0" hangingPunct="1">
      <a:defRPr sz="1900" kern="1200">
        <a:solidFill>
          <a:schemeClr val="tx1"/>
        </a:solidFill>
        <a:latin typeface="+mn-lt"/>
        <a:ea typeface="+mn-ea"/>
        <a:cs typeface="+mn-cs"/>
      </a:defRPr>
    </a:lvl2pPr>
    <a:lvl3pPr marL="952256" algn="l" defTabSz="476128" rtl="0" eaLnBrk="1" latinLnBrk="0" hangingPunct="1">
      <a:defRPr sz="1900" kern="1200">
        <a:solidFill>
          <a:schemeClr val="tx1"/>
        </a:solidFill>
        <a:latin typeface="+mn-lt"/>
        <a:ea typeface="+mn-ea"/>
        <a:cs typeface="+mn-cs"/>
      </a:defRPr>
    </a:lvl3pPr>
    <a:lvl4pPr marL="1428384" algn="l" defTabSz="476128" rtl="0" eaLnBrk="1" latinLnBrk="0" hangingPunct="1">
      <a:defRPr sz="1900" kern="1200">
        <a:solidFill>
          <a:schemeClr val="tx1"/>
        </a:solidFill>
        <a:latin typeface="+mn-lt"/>
        <a:ea typeface="+mn-ea"/>
        <a:cs typeface="+mn-cs"/>
      </a:defRPr>
    </a:lvl4pPr>
    <a:lvl5pPr marL="1904512" algn="l" defTabSz="476128" rtl="0" eaLnBrk="1" latinLnBrk="0" hangingPunct="1">
      <a:defRPr sz="1900" kern="1200">
        <a:solidFill>
          <a:schemeClr val="tx1"/>
        </a:solidFill>
        <a:latin typeface="+mn-lt"/>
        <a:ea typeface="+mn-ea"/>
        <a:cs typeface="+mn-cs"/>
      </a:defRPr>
    </a:lvl5pPr>
    <a:lvl6pPr marL="2380640" algn="l" defTabSz="476128" rtl="0" eaLnBrk="1" latinLnBrk="0" hangingPunct="1">
      <a:defRPr sz="1900" kern="1200">
        <a:solidFill>
          <a:schemeClr val="tx1"/>
        </a:solidFill>
        <a:latin typeface="+mn-lt"/>
        <a:ea typeface="+mn-ea"/>
        <a:cs typeface="+mn-cs"/>
      </a:defRPr>
    </a:lvl6pPr>
    <a:lvl7pPr marL="2856768" algn="l" defTabSz="476128" rtl="0" eaLnBrk="1" latinLnBrk="0" hangingPunct="1">
      <a:defRPr sz="1900" kern="1200">
        <a:solidFill>
          <a:schemeClr val="tx1"/>
        </a:solidFill>
        <a:latin typeface="+mn-lt"/>
        <a:ea typeface="+mn-ea"/>
        <a:cs typeface="+mn-cs"/>
      </a:defRPr>
    </a:lvl7pPr>
    <a:lvl8pPr marL="3332897" algn="l" defTabSz="476128" rtl="0" eaLnBrk="1" latinLnBrk="0" hangingPunct="1">
      <a:defRPr sz="1900" kern="1200">
        <a:solidFill>
          <a:schemeClr val="tx1"/>
        </a:solidFill>
        <a:latin typeface="+mn-lt"/>
        <a:ea typeface="+mn-ea"/>
        <a:cs typeface="+mn-cs"/>
      </a:defRPr>
    </a:lvl8pPr>
    <a:lvl9pPr marL="3809025" algn="l" defTabSz="476128"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Teacher's Pages" id="{960047ED-F51D-453C-90FA-A5CF5B41A7E0}">
          <p14:sldIdLst>
            <p14:sldId id="287"/>
            <p14:sldId id="286"/>
            <p14:sldId id="274"/>
            <p14:sldId id="272"/>
          </p14:sldIdLst>
        </p14:section>
        <p14:section name="Warm-up" id="{8C129936-F842-4895-80F7-52125694008D}">
          <p14:sldIdLst>
            <p14:sldId id="282"/>
          </p14:sldIdLst>
        </p14:section>
        <p14:section name="Practice" id="{C14537EA-2467-43AA-9E56-CFCFAF710737}">
          <p14:sldIdLst>
            <p14:sldId id="278"/>
            <p14:sldId id="285"/>
          </p14:sldIdLst>
        </p14:section>
        <p14:section name="Production" id="{B590B6B1-70EE-449E-9AB9-DD27DC1D8EAB}">
          <p14:sldIdLst>
            <p14:sldId id="283"/>
          </p14:sldIdLst>
        </p14:section>
        <p14:section name="Closure" id="{D0582952-3F89-4FAA-A796-D16319ABD8EE}">
          <p14:sldIdLst>
            <p14:sldId id="284"/>
          </p14:sldIdLst>
        </p14:section>
      </p14:sectionLst>
    </p:ext>
    <p:ext uri="{EFAFB233-063F-42B5-8137-9DF3F51BA10A}">
      <p15:sldGuideLst xmlns:p15="http://schemas.microsoft.com/office/powerpoint/2012/main">
        <p15:guide id="1" orient="horz" pos="3120">
          <p15:clr>
            <a:srgbClr val="A4A3A4"/>
          </p15:clr>
        </p15:guide>
        <p15:guide id="2" pos="2160">
          <p15:clr>
            <a:srgbClr val="A4A3A4"/>
          </p15:clr>
        </p15:guide>
        <p15:guide id="3" orient="horz" pos="3254">
          <p15:clr>
            <a:srgbClr val="A4A3A4"/>
          </p15:clr>
        </p15:guide>
        <p15:guide id="4" pos="2246">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1D1"/>
    <a:srgbClr val="303055"/>
    <a:srgbClr val="1736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57812A-1168-4AAF-8F91-65D8F1512E6E}" v="1" dt="2026-01-21T04:28:12.355"/>
    <p1510:client id="{A37F9D7E-DEBC-4E90-9DC6-D625DFE1D3BA}" v="2" dt="2026-01-23T03:41:58.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6" autoAdjust="0"/>
    <p:restoredTop sz="94660" autoAdjust="0"/>
  </p:normalViewPr>
  <p:slideViewPr>
    <p:cSldViewPr snapToGrid="0">
      <p:cViewPr>
        <p:scale>
          <a:sx n="125" d="100"/>
          <a:sy n="125" d="100"/>
        </p:scale>
        <p:origin x="2130" y="-474"/>
      </p:cViewPr>
      <p:guideLst>
        <p:guide orient="horz" pos="3120"/>
        <p:guide pos="2160"/>
        <p:guide orient="horz" pos="3254"/>
        <p:guide pos="224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64" y="-84"/>
      </p:cViewPr>
      <p:guideLst>
        <p:guide orient="horz" pos="2909"/>
        <p:guide pos="218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YB Jukjeon" userId="w/HyoazOVGBjwGGUJSismFFD0H+jgAGd7aT8prGD6YA=" providerId="None" clId="Web-{2057812A-1168-4AAF-8F91-65D8F1512E6E}"/>
    <pc:docChg chg="sldOrd">
      <pc:chgData name="DYB Jukjeon" userId="w/HyoazOVGBjwGGUJSismFFD0H+jgAGd7aT8prGD6YA=" providerId="None" clId="Web-{2057812A-1168-4AAF-8F91-65D8F1512E6E}" dt="2026-01-21T04:28:12.355" v="0"/>
      <pc:docMkLst>
        <pc:docMk/>
      </pc:docMkLst>
      <pc:sldChg chg="ord">
        <pc:chgData name="DYB Jukjeon" userId="w/HyoazOVGBjwGGUJSismFFD0H+jgAGd7aT8prGD6YA=" providerId="None" clId="Web-{2057812A-1168-4AAF-8F91-65D8F1512E6E}" dt="2026-01-21T04:28:12.355" v="0"/>
        <pc:sldMkLst>
          <pc:docMk/>
          <pc:sldMk cId="3097968502" sldId="282"/>
        </pc:sldMkLst>
      </pc:sldChg>
    </pc:docChg>
  </pc:docChgLst>
  <pc:docChgLst>
    <pc:chgData name="DYB Yeongtong" userId="0acggs2RhghSbH/ikaymTh+erwsqTUE4ExKGM5TsstQ=" providerId="None" clId="Web-{A37F9D7E-DEBC-4E90-9DC6-D625DFE1D3BA}"/>
    <pc:docChg chg="modSld">
      <pc:chgData name="DYB Yeongtong" userId="0acggs2RhghSbH/ikaymTh+erwsqTUE4ExKGM5TsstQ=" providerId="None" clId="Web-{A37F9D7E-DEBC-4E90-9DC6-D625DFE1D3BA}" dt="2026-01-23T03:41:58.209" v="1"/>
      <pc:docMkLst>
        <pc:docMk/>
      </pc:docMkLst>
      <pc:sldChg chg="addSp delSp">
        <pc:chgData name="DYB Yeongtong" userId="0acggs2RhghSbH/ikaymTh+erwsqTUE4ExKGM5TsstQ=" providerId="None" clId="Web-{A37F9D7E-DEBC-4E90-9DC6-D625DFE1D3BA}" dt="2026-01-23T03:41:58.209" v="1"/>
        <pc:sldMkLst>
          <pc:docMk/>
          <pc:sldMk cId="2809150364" sldId="287"/>
        </pc:sldMkLst>
        <pc:spChg chg="add del">
          <ac:chgData name="DYB Yeongtong" userId="0acggs2RhghSbH/ikaymTh+erwsqTUE4ExKGM5TsstQ=" providerId="None" clId="Web-{A37F9D7E-DEBC-4E90-9DC6-D625DFE1D3BA}" dt="2026-01-23T03:41:58.209" v="1"/>
          <ac:spMkLst>
            <pc:docMk/>
            <pc:sldMk cId="2809150364" sldId="287"/>
            <ac:spMk id="13" creationId="{CCCCBBF9-1E1E-9D47-669A-BD2FFA5706A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2C3E58-FC31-4FEE-9121-1BE6FA4D1D42}"/>
              </a:ext>
            </a:extLst>
          </p:cNvPr>
          <p:cNvSpPr>
            <a:spLocks noGrp="1"/>
          </p:cNvSpPr>
          <p:nvPr>
            <p:ph type="hdr" sz="quarter"/>
          </p:nvPr>
        </p:nvSpPr>
        <p:spPr>
          <a:xfrm>
            <a:off x="1" y="0"/>
            <a:ext cx="3011699" cy="463408"/>
          </a:xfrm>
          <a:prstGeom prst="rect">
            <a:avLst/>
          </a:prstGeom>
        </p:spPr>
        <p:txBody>
          <a:bodyPr vert="horz" lIns="94753" tIns="47377" rIns="94753" bIns="47377" rtlCol="0"/>
          <a:lstStyle>
            <a:lvl1pPr algn="l">
              <a:defRPr sz="1200"/>
            </a:lvl1pPr>
          </a:lstStyle>
          <a:p>
            <a:r>
              <a:rPr lang="en-US"/>
              <a:t>dfgdfgd</a:t>
            </a:r>
          </a:p>
        </p:txBody>
      </p:sp>
      <p:sp>
        <p:nvSpPr>
          <p:cNvPr id="3" name="Date Placeholder 2">
            <a:extLst>
              <a:ext uri="{FF2B5EF4-FFF2-40B4-BE49-F238E27FC236}">
                <a16:creationId xmlns:a16="http://schemas.microsoft.com/office/drawing/2014/main" id="{5FB416B6-C8B4-41BB-96F7-875CD40A9CFD}"/>
              </a:ext>
            </a:extLst>
          </p:cNvPr>
          <p:cNvSpPr>
            <a:spLocks noGrp="1"/>
          </p:cNvSpPr>
          <p:nvPr>
            <p:ph type="dt" sz="quarter" idx="1"/>
          </p:nvPr>
        </p:nvSpPr>
        <p:spPr>
          <a:xfrm>
            <a:off x="3936771" y="0"/>
            <a:ext cx="3011699" cy="463408"/>
          </a:xfrm>
          <a:prstGeom prst="rect">
            <a:avLst/>
          </a:prstGeom>
        </p:spPr>
        <p:txBody>
          <a:bodyPr vert="horz" lIns="94753" tIns="47377" rIns="94753" bIns="47377" rtlCol="0"/>
          <a:lstStyle>
            <a:lvl1pPr algn="r">
              <a:defRPr sz="1200"/>
            </a:lvl1pPr>
          </a:lstStyle>
          <a:p>
            <a:fld id="{D87EE37D-3529-496A-9F63-2FC13D94ED3A}" type="datetimeFigureOut">
              <a:rPr lang="en-US" smtClean="0"/>
              <a:t>1/22/2026</a:t>
            </a:fld>
            <a:endParaRPr lang="en-US"/>
          </a:p>
        </p:txBody>
      </p:sp>
      <p:sp>
        <p:nvSpPr>
          <p:cNvPr id="4" name="Footer Placeholder 3">
            <a:extLst>
              <a:ext uri="{FF2B5EF4-FFF2-40B4-BE49-F238E27FC236}">
                <a16:creationId xmlns:a16="http://schemas.microsoft.com/office/drawing/2014/main" id="{865CA99A-ACD3-4DEA-9994-810C46A63B00}"/>
              </a:ext>
            </a:extLst>
          </p:cNvPr>
          <p:cNvSpPr>
            <a:spLocks noGrp="1"/>
          </p:cNvSpPr>
          <p:nvPr>
            <p:ph type="ftr" sz="quarter" idx="2"/>
          </p:nvPr>
        </p:nvSpPr>
        <p:spPr>
          <a:xfrm>
            <a:off x="1" y="8772669"/>
            <a:ext cx="3011699" cy="463407"/>
          </a:xfrm>
          <a:prstGeom prst="rect">
            <a:avLst/>
          </a:prstGeom>
        </p:spPr>
        <p:txBody>
          <a:bodyPr vert="horz" lIns="94753" tIns="47377" rIns="94753" bIns="47377"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66752F-6080-4975-86B1-491B1DA734FF}"/>
              </a:ext>
            </a:extLst>
          </p:cNvPr>
          <p:cNvSpPr>
            <a:spLocks noGrp="1"/>
          </p:cNvSpPr>
          <p:nvPr>
            <p:ph type="sldNum" sz="quarter" idx="3"/>
          </p:nvPr>
        </p:nvSpPr>
        <p:spPr>
          <a:xfrm>
            <a:off x="3936771" y="8772669"/>
            <a:ext cx="3011699" cy="463407"/>
          </a:xfrm>
          <a:prstGeom prst="rect">
            <a:avLst/>
          </a:prstGeom>
        </p:spPr>
        <p:txBody>
          <a:bodyPr vert="horz" lIns="94753" tIns="47377" rIns="94753" bIns="47377" rtlCol="0" anchor="b"/>
          <a:lstStyle>
            <a:lvl1pPr algn="r">
              <a:defRPr sz="1200"/>
            </a:lvl1pPr>
          </a:lstStyle>
          <a:p>
            <a:fld id="{D646DF12-3EAB-4F93-BC27-D53F6E45AB64}" type="slidenum">
              <a:rPr lang="en-US" smtClean="0"/>
              <a:t>‹#›</a:t>
            </a:fld>
            <a:endParaRPr lang="en-US"/>
          </a:p>
        </p:txBody>
      </p:sp>
    </p:spTree>
    <p:extLst>
      <p:ext uri="{BB962C8B-B14F-4D97-AF65-F5344CB8AC3E}">
        <p14:creationId xmlns:p14="http://schemas.microsoft.com/office/powerpoint/2010/main" val="6861542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11699" cy="463408"/>
          </a:xfrm>
          <a:prstGeom prst="rect">
            <a:avLst/>
          </a:prstGeom>
        </p:spPr>
        <p:txBody>
          <a:bodyPr vert="horz" lIns="94753" tIns="47377" rIns="94753" bIns="47377" rtlCol="0"/>
          <a:lstStyle>
            <a:lvl1pPr algn="l">
              <a:defRPr sz="1200"/>
            </a:lvl1pPr>
          </a:lstStyle>
          <a:p>
            <a:r>
              <a:rPr lang="en-US"/>
              <a:t>dfgdfgd</a:t>
            </a:r>
          </a:p>
        </p:txBody>
      </p:sp>
      <p:sp>
        <p:nvSpPr>
          <p:cNvPr id="3" name="Date Placeholder 2"/>
          <p:cNvSpPr>
            <a:spLocks noGrp="1"/>
          </p:cNvSpPr>
          <p:nvPr>
            <p:ph type="dt" idx="1"/>
          </p:nvPr>
        </p:nvSpPr>
        <p:spPr>
          <a:xfrm>
            <a:off x="3936771" y="0"/>
            <a:ext cx="3011699" cy="463408"/>
          </a:xfrm>
          <a:prstGeom prst="rect">
            <a:avLst/>
          </a:prstGeom>
        </p:spPr>
        <p:txBody>
          <a:bodyPr vert="horz" lIns="94753" tIns="47377" rIns="94753" bIns="47377" rtlCol="0"/>
          <a:lstStyle>
            <a:lvl1pPr algn="r">
              <a:defRPr sz="1200"/>
            </a:lvl1pPr>
          </a:lstStyle>
          <a:p>
            <a:fld id="{69E6B141-C65A-472C-A01E-FE62230CD7EB}" type="datetimeFigureOut">
              <a:rPr lang="en-US" smtClean="0"/>
              <a:t>1/22/2026</a:t>
            </a:fld>
            <a:endParaRPr lang="en-US"/>
          </a:p>
        </p:txBody>
      </p:sp>
      <p:sp>
        <p:nvSpPr>
          <p:cNvPr id="4" name="Slide Image Placeholder 3"/>
          <p:cNvSpPr>
            <a:spLocks noGrp="1" noRot="1" noChangeAspect="1"/>
          </p:cNvSpPr>
          <p:nvPr>
            <p:ph type="sldImg" idx="2"/>
          </p:nvPr>
        </p:nvSpPr>
        <p:spPr>
          <a:xfrm>
            <a:off x="2398713" y="1154113"/>
            <a:ext cx="2152650" cy="3117850"/>
          </a:xfrm>
          <a:prstGeom prst="rect">
            <a:avLst/>
          </a:prstGeom>
          <a:noFill/>
          <a:ln w="12700">
            <a:solidFill>
              <a:prstClr val="black"/>
            </a:solidFill>
          </a:ln>
        </p:spPr>
        <p:txBody>
          <a:bodyPr vert="horz" lIns="94753" tIns="47377" rIns="94753" bIns="47377" rtlCol="0" anchor="ctr"/>
          <a:lstStyle/>
          <a:p>
            <a:endParaRPr lang="en-US"/>
          </a:p>
        </p:txBody>
      </p:sp>
      <p:sp>
        <p:nvSpPr>
          <p:cNvPr id="5" name="Notes Placeholder 4"/>
          <p:cNvSpPr>
            <a:spLocks noGrp="1"/>
          </p:cNvSpPr>
          <p:nvPr>
            <p:ph type="body" sz="quarter" idx="3"/>
          </p:nvPr>
        </p:nvSpPr>
        <p:spPr>
          <a:xfrm>
            <a:off x="695008" y="4444868"/>
            <a:ext cx="5560060" cy="3636705"/>
          </a:xfrm>
          <a:prstGeom prst="rect">
            <a:avLst/>
          </a:prstGeom>
        </p:spPr>
        <p:txBody>
          <a:bodyPr vert="horz" lIns="94753" tIns="47377" rIns="94753" bIns="4737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772669"/>
            <a:ext cx="3011699" cy="463407"/>
          </a:xfrm>
          <a:prstGeom prst="rect">
            <a:avLst/>
          </a:prstGeom>
        </p:spPr>
        <p:txBody>
          <a:bodyPr vert="horz" lIns="94753" tIns="47377" rIns="94753" bIns="47377" rtlCol="0" anchor="b"/>
          <a:lstStyle>
            <a:lvl1pPr algn="l">
              <a:defRPr sz="1200"/>
            </a:lvl1pPr>
          </a:lstStyle>
          <a:p>
            <a:endParaRPr lang="en-US"/>
          </a:p>
        </p:txBody>
      </p:sp>
      <p:sp>
        <p:nvSpPr>
          <p:cNvPr id="7" name="Slide Number Placeholder 6"/>
          <p:cNvSpPr>
            <a:spLocks noGrp="1"/>
          </p:cNvSpPr>
          <p:nvPr>
            <p:ph type="sldNum" sz="quarter" idx="5"/>
          </p:nvPr>
        </p:nvSpPr>
        <p:spPr>
          <a:xfrm>
            <a:off x="3936771" y="8772669"/>
            <a:ext cx="3011699" cy="463407"/>
          </a:xfrm>
          <a:prstGeom prst="rect">
            <a:avLst/>
          </a:prstGeom>
        </p:spPr>
        <p:txBody>
          <a:bodyPr vert="horz" lIns="94753" tIns="47377" rIns="94753" bIns="47377" rtlCol="0" anchor="b"/>
          <a:lstStyle>
            <a:lvl1pPr algn="r">
              <a:defRPr sz="1200"/>
            </a:lvl1pPr>
          </a:lstStyle>
          <a:p>
            <a:fld id="{DED023D9-D272-48A3-9062-A0B37F954AB8}" type="slidenum">
              <a:rPr lang="en-US" smtClean="0"/>
              <a:t>‹#›</a:t>
            </a:fld>
            <a:endParaRPr lang="en-US"/>
          </a:p>
        </p:txBody>
      </p:sp>
    </p:spTree>
    <p:extLst>
      <p:ext uri="{BB962C8B-B14F-4D97-AF65-F5344CB8AC3E}">
        <p14:creationId xmlns:p14="http://schemas.microsoft.com/office/powerpoint/2010/main" val="4097341273"/>
      </p:ext>
    </p:extLst>
  </p:cSld>
  <p:clrMap bg1="lt1" tx1="dk1" bg2="lt2" tx2="dk2" accent1="accent1" accent2="accent2" accent3="accent3" accent4="accent4" accent5="accent5" accent6="accent6" hlink="hlink" folHlink="folHlink"/>
  <p:hf ftr="0" dt="0"/>
  <p:notesStyle>
    <a:lvl1pPr marL="0" algn="l" defTabSz="952256" rtl="0" eaLnBrk="1" latinLnBrk="0" hangingPunct="1">
      <a:defRPr sz="1200" kern="1200">
        <a:solidFill>
          <a:schemeClr val="tx1"/>
        </a:solidFill>
        <a:latin typeface="+mn-lt"/>
        <a:ea typeface="+mn-ea"/>
        <a:cs typeface="+mn-cs"/>
      </a:defRPr>
    </a:lvl1pPr>
    <a:lvl2pPr marL="476128" algn="l" defTabSz="952256" rtl="0" eaLnBrk="1" latinLnBrk="0" hangingPunct="1">
      <a:defRPr sz="1200" kern="1200">
        <a:solidFill>
          <a:schemeClr val="tx1"/>
        </a:solidFill>
        <a:latin typeface="+mn-lt"/>
        <a:ea typeface="+mn-ea"/>
        <a:cs typeface="+mn-cs"/>
      </a:defRPr>
    </a:lvl2pPr>
    <a:lvl3pPr marL="952256" algn="l" defTabSz="952256" rtl="0" eaLnBrk="1" latinLnBrk="0" hangingPunct="1">
      <a:defRPr sz="1200" kern="1200">
        <a:solidFill>
          <a:schemeClr val="tx1"/>
        </a:solidFill>
        <a:latin typeface="+mn-lt"/>
        <a:ea typeface="+mn-ea"/>
        <a:cs typeface="+mn-cs"/>
      </a:defRPr>
    </a:lvl3pPr>
    <a:lvl4pPr marL="1428384" algn="l" defTabSz="952256" rtl="0" eaLnBrk="1" latinLnBrk="0" hangingPunct="1">
      <a:defRPr sz="1200" kern="1200">
        <a:solidFill>
          <a:schemeClr val="tx1"/>
        </a:solidFill>
        <a:latin typeface="+mn-lt"/>
        <a:ea typeface="+mn-ea"/>
        <a:cs typeface="+mn-cs"/>
      </a:defRPr>
    </a:lvl4pPr>
    <a:lvl5pPr marL="1904512" algn="l" defTabSz="952256" rtl="0" eaLnBrk="1" latinLnBrk="0" hangingPunct="1">
      <a:defRPr sz="1200" kern="1200">
        <a:solidFill>
          <a:schemeClr val="tx1"/>
        </a:solidFill>
        <a:latin typeface="+mn-lt"/>
        <a:ea typeface="+mn-ea"/>
        <a:cs typeface="+mn-cs"/>
      </a:defRPr>
    </a:lvl5pPr>
    <a:lvl6pPr marL="2380640" algn="l" defTabSz="952256" rtl="0" eaLnBrk="1" latinLnBrk="0" hangingPunct="1">
      <a:defRPr sz="1200" kern="1200">
        <a:solidFill>
          <a:schemeClr val="tx1"/>
        </a:solidFill>
        <a:latin typeface="+mn-lt"/>
        <a:ea typeface="+mn-ea"/>
        <a:cs typeface="+mn-cs"/>
      </a:defRPr>
    </a:lvl6pPr>
    <a:lvl7pPr marL="2856768" algn="l" defTabSz="952256" rtl="0" eaLnBrk="1" latinLnBrk="0" hangingPunct="1">
      <a:defRPr sz="1200" kern="1200">
        <a:solidFill>
          <a:schemeClr val="tx1"/>
        </a:solidFill>
        <a:latin typeface="+mn-lt"/>
        <a:ea typeface="+mn-ea"/>
        <a:cs typeface="+mn-cs"/>
      </a:defRPr>
    </a:lvl7pPr>
    <a:lvl8pPr marL="3332897" algn="l" defTabSz="952256" rtl="0" eaLnBrk="1" latinLnBrk="0" hangingPunct="1">
      <a:defRPr sz="1200" kern="1200">
        <a:solidFill>
          <a:schemeClr val="tx1"/>
        </a:solidFill>
        <a:latin typeface="+mn-lt"/>
        <a:ea typeface="+mn-ea"/>
        <a:cs typeface="+mn-cs"/>
      </a:defRPr>
    </a:lvl8pPr>
    <a:lvl9pPr marL="3809025" algn="l" defTabSz="95225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FEFB6-E833-034A-25EF-FAE5422C3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AB603-5FE3-6897-5F26-E035CD02B8A0}"/>
              </a:ext>
            </a:extLst>
          </p:cNvPr>
          <p:cNvSpPr>
            <a:spLocks noGrp="1" noRot="1" noChangeAspect="1"/>
          </p:cNvSpPr>
          <p:nvPr>
            <p:ph type="sldImg"/>
          </p:nvPr>
        </p:nvSpPr>
        <p:spPr>
          <a:xfrm>
            <a:off x="2398713" y="1154113"/>
            <a:ext cx="2152650" cy="3117850"/>
          </a:xfrm>
        </p:spPr>
      </p:sp>
      <p:sp>
        <p:nvSpPr>
          <p:cNvPr id="3" name="Notes Placeholder 2">
            <a:extLst>
              <a:ext uri="{FF2B5EF4-FFF2-40B4-BE49-F238E27FC236}">
                <a16:creationId xmlns:a16="http://schemas.microsoft.com/office/drawing/2014/main" id="{F36F1863-EF76-EDB6-A218-81EF5E3849B8}"/>
              </a:ext>
            </a:extLst>
          </p:cNvPr>
          <p:cNvSpPr>
            <a:spLocks noGrp="1"/>
          </p:cNvSpPr>
          <p:nvPr>
            <p:ph type="body" idx="1"/>
          </p:nvPr>
        </p:nvSpPr>
        <p:spPr/>
        <p:txBody>
          <a:bodyPr/>
          <a:lstStyle/>
          <a:p>
            <a:endParaRPr lang="ko-KR" altLang="en-US"/>
          </a:p>
        </p:txBody>
      </p:sp>
      <p:sp>
        <p:nvSpPr>
          <p:cNvPr id="4" name="Header Placeholder 3">
            <a:extLst>
              <a:ext uri="{FF2B5EF4-FFF2-40B4-BE49-F238E27FC236}">
                <a16:creationId xmlns:a16="http://schemas.microsoft.com/office/drawing/2014/main" id="{1834B8A1-8ED7-4FC0-EEDF-3AA4E8CF8F6E}"/>
              </a:ext>
            </a:extLst>
          </p:cNvPr>
          <p:cNvSpPr>
            <a:spLocks noGrp="1"/>
          </p:cNvSpPr>
          <p:nvPr>
            <p:ph type="hdr" sz="quarter" idx="10"/>
          </p:nvPr>
        </p:nvSpPr>
        <p:spPr/>
        <p:txBody>
          <a:bodyPr/>
          <a:lstStyle/>
          <a:p>
            <a:r>
              <a:rPr lang="en-US"/>
              <a:t>dfgdfgd</a:t>
            </a:r>
          </a:p>
        </p:txBody>
      </p:sp>
      <p:sp>
        <p:nvSpPr>
          <p:cNvPr id="5" name="Slide Number Placeholder 4">
            <a:extLst>
              <a:ext uri="{FF2B5EF4-FFF2-40B4-BE49-F238E27FC236}">
                <a16:creationId xmlns:a16="http://schemas.microsoft.com/office/drawing/2014/main" id="{FDB86DD1-F2B4-3783-B31D-619819769EB8}"/>
              </a:ext>
            </a:extLst>
          </p:cNvPr>
          <p:cNvSpPr>
            <a:spLocks noGrp="1"/>
          </p:cNvSpPr>
          <p:nvPr>
            <p:ph type="sldNum" sz="quarter" idx="11"/>
          </p:nvPr>
        </p:nvSpPr>
        <p:spPr/>
        <p:txBody>
          <a:bodyPr/>
          <a:lstStyle/>
          <a:p>
            <a:fld id="{DED023D9-D272-48A3-9062-A0B37F954AB8}" type="slidenum">
              <a:rPr lang="en-US" smtClean="0"/>
              <a:t>1</a:t>
            </a:fld>
            <a:endParaRPr lang="en-US"/>
          </a:p>
        </p:txBody>
      </p:sp>
    </p:spTree>
    <p:extLst>
      <p:ext uri="{BB962C8B-B14F-4D97-AF65-F5344CB8AC3E}">
        <p14:creationId xmlns:p14="http://schemas.microsoft.com/office/powerpoint/2010/main" val="3915317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acher's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74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bordered)">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Tree>
    <p:extLst>
      <p:ext uri="{BB962C8B-B14F-4D97-AF65-F5344CB8AC3E}">
        <p14:creationId xmlns:p14="http://schemas.microsoft.com/office/powerpoint/2010/main" val="4290798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no border)">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
        <p:nvSpPr>
          <p:cNvPr id="3" name="Rectangle 2"/>
          <p:cNvSpPr/>
          <p:nvPr userDrawn="1"/>
        </p:nvSpPr>
        <p:spPr>
          <a:xfrm>
            <a:off x="121632" y="120699"/>
            <a:ext cx="6886200" cy="10060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spTree>
    <p:extLst>
      <p:ext uri="{BB962C8B-B14F-4D97-AF65-F5344CB8AC3E}">
        <p14:creationId xmlns:p14="http://schemas.microsoft.com/office/powerpoint/2010/main" val="393235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udents' Worksheets">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639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up">
    <p:spTree>
      <p:nvGrpSpPr>
        <p:cNvPr id="1" name=""/>
        <p:cNvGrpSpPr/>
        <p:nvPr/>
      </p:nvGrpSpPr>
      <p:grpSpPr>
        <a:xfrm>
          <a:off x="0" y="0"/>
          <a:ext cx="0" cy="0"/>
          <a:chOff x="0" y="0"/>
          <a:chExt cx="0" cy="0"/>
        </a:xfrm>
      </p:grpSpPr>
      <p:sp>
        <p:nvSpPr>
          <p:cNvPr id="10" name="Rectangle 9"/>
          <p:cNvSpPr/>
          <p:nvPr userDrawn="1"/>
        </p:nvSpPr>
        <p:spPr>
          <a:xfrm>
            <a:off x="263195" y="621663"/>
            <a:ext cx="3095955" cy="646331"/>
          </a:xfrm>
          <a:prstGeom prst="rect">
            <a:avLst/>
          </a:prstGeom>
          <a:noFill/>
        </p:spPr>
        <p:txBody>
          <a:bodyPr wrap="square" lIns="91440" tIns="45720" rIns="91440" bIns="45720" anchor="ctr">
            <a:spAutoFit/>
          </a:bodyPr>
          <a:lstStyle/>
          <a:p>
            <a:r>
              <a:rPr lang="en-US" altLang="ko-KR" sz="3600" b="1" cap="none" spc="0" dirty="0">
                <a:ln w="13462">
                  <a:solidFill>
                    <a:schemeClr val="bg1"/>
                  </a:solidFill>
                  <a:prstDash val="solid"/>
                </a:ln>
                <a:solidFill>
                  <a:srgbClr val="303055"/>
                </a:solidFill>
                <a:effectLst>
                  <a:outerShdw dist="38100" dir="2700000" algn="bl" rotWithShape="0">
                    <a:schemeClr val="bg1">
                      <a:lumMod val="65000"/>
                    </a:schemeClr>
                  </a:outerShdw>
                </a:effectLst>
                <a:latin typeface="Berlin Sans FB Demi" panose="020E0802020502020306" pitchFamily="34" charset="0"/>
              </a:rPr>
              <a:t>Warm-up </a:t>
            </a:r>
          </a:p>
        </p:txBody>
      </p:sp>
    </p:spTree>
    <p:extLst>
      <p:ext uri="{BB962C8B-B14F-4D97-AF65-F5344CB8AC3E}">
        <p14:creationId xmlns:p14="http://schemas.microsoft.com/office/powerpoint/2010/main" val="4230607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actice">
    <p:spTree>
      <p:nvGrpSpPr>
        <p:cNvPr id="1" name=""/>
        <p:cNvGrpSpPr/>
        <p:nvPr/>
      </p:nvGrpSpPr>
      <p:grpSpPr>
        <a:xfrm>
          <a:off x="0" y="0"/>
          <a:ext cx="0" cy="0"/>
          <a:chOff x="0" y="0"/>
          <a:chExt cx="0" cy="0"/>
        </a:xfrm>
      </p:grpSpPr>
      <p:sp>
        <p:nvSpPr>
          <p:cNvPr id="10" name="Rectangle 9"/>
          <p:cNvSpPr/>
          <p:nvPr userDrawn="1"/>
        </p:nvSpPr>
        <p:spPr>
          <a:xfrm>
            <a:off x="263195" y="621663"/>
            <a:ext cx="3095955" cy="646331"/>
          </a:xfrm>
          <a:prstGeom prst="rect">
            <a:avLst/>
          </a:prstGeom>
          <a:noFill/>
        </p:spPr>
        <p:txBody>
          <a:bodyPr wrap="square" lIns="91440" tIns="45720" rIns="91440" bIns="45720" anchor="ctr">
            <a:spAutoFit/>
          </a:bodyPr>
          <a:lstStyle/>
          <a:p>
            <a:r>
              <a:rPr lang="en-US" altLang="ko-KR" sz="3600" b="1" cap="none" spc="0" dirty="0">
                <a:ln w="13462">
                  <a:solidFill>
                    <a:schemeClr val="bg1"/>
                  </a:solidFill>
                  <a:prstDash val="solid"/>
                </a:ln>
                <a:solidFill>
                  <a:srgbClr val="303055"/>
                </a:solidFill>
                <a:effectLst>
                  <a:outerShdw dist="38100" dir="2700000" algn="bl" rotWithShape="0">
                    <a:schemeClr val="bg1">
                      <a:lumMod val="65000"/>
                    </a:schemeClr>
                  </a:outerShdw>
                </a:effectLst>
                <a:latin typeface="Berlin Sans FB Demi" panose="020E0802020502020306" pitchFamily="34" charset="0"/>
              </a:rPr>
              <a:t>Practice </a:t>
            </a:r>
          </a:p>
        </p:txBody>
      </p:sp>
    </p:spTree>
    <p:extLst>
      <p:ext uri="{BB962C8B-B14F-4D97-AF65-F5344CB8AC3E}">
        <p14:creationId xmlns:p14="http://schemas.microsoft.com/office/powerpoint/2010/main" val="2613892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oduction">
    <p:spTree>
      <p:nvGrpSpPr>
        <p:cNvPr id="1" name=""/>
        <p:cNvGrpSpPr/>
        <p:nvPr/>
      </p:nvGrpSpPr>
      <p:grpSpPr>
        <a:xfrm>
          <a:off x="0" y="0"/>
          <a:ext cx="0" cy="0"/>
          <a:chOff x="0" y="0"/>
          <a:chExt cx="0" cy="0"/>
        </a:xfrm>
      </p:grpSpPr>
      <p:sp>
        <p:nvSpPr>
          <p:cNvPr id="10" name="Rectangle 9"/>
          <p:cNvSpPr/>
          <p:nvPr userDrawn="1"/>
        </p:nvSpPr>
        <p:spPr>
          <a:xfrm>
            <a:off x="263195" y="621663"/>
            <a:ext cx="3095955" cy="646331"/>
          </a:xfrm>
          <a:prstGeom prst="rect">
            <a:avLst/>
          </a:prstGeom>
          <a:noFill/>
        </p:spPr>
        <p:txBody>
          <a:bodyPr wrap="square" lIns="91440" tIns="45720" rIns="91440" bIns="45720" anchor="ctr">
            <a:spAutoFit/>
          </a:bodyPr>
          <a:lstStyle/>
          <a:p>
            <a:r>
              <a:rPr lang="en-US" altLang="ko-KR" sz="3600" b="1" cap="none" spc="0" dirty="0">
                <a:ln w="13462">
                  <a:solidFill>
                    <a:schemeClr val="bg1"/>
                  </a:solidFill>
                  <a:prstDash val="solid"/>
                </a:ln>
                <a:solidFill>
                  <a:srgbClr val="303055"/>
                </a:solidFill>
                <a:effectLst>
                  <a:outerShdw dist="38100" dir="2700000" algn="bl" rotWithShape="0">
                    <a:schemeClr val="bg1">
                      <a:lumMod val="65000"/>
                    </a:schemeClr>
                  </a:outerShdw>
                </a:effectLst>
                <a:latin typeface="Berlin Sans FB Demi" panose="020E0802020502020306" pitchFamily="34" charset="0"/>
              </a:rPr>
              <a:t>Production </a:t>
            </a:r>
          </a:p>
        </p:txBody>
      </p:sp>
    </p:spTree>
    <p:extLst>
      <p:ext uri="{BB962C8B-B14F-4D97-AF65-F5344CB8AC3E}">
        <p14:creationId xmlns:p14="http://schemas.microsoft.com/office/powerpoint/2010/main" val="83335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ure">
    <p:spTree>
      <p:nvGrpSpPr>
        <p:cNvPr id="1" name=""/>
        <p:cNvGrpSpPr/>
        <p:nvPr/>
      </p:nvGrpSpPr>
      <p:grpSpPr>
        <a:xfrm>
          <a:off x="0" y="0"/>
          <a:ext cx="0" cy="0"/>
          <a:chOff x="0" y="0"/>
          <a:chExt cx="0" cy="0"/>
        </a:xfrm>
      </p:grpSpPr>
      <p:sp>
        <p:nvSpPr>
          <p:cNvPr id="10" name="Rectangle 9"/>
          <p:cNvSpPr/>
          <p:nvPr userDrawn="1"/>
        </p:nvSpPr>
        <p:spPr>
          <a:xfrm>
            <a:off x="263195" y="621663"/>
            <a:ext cx="3095955" cy="646331"/>
          </a:xfrm>
          <a:prstGeom prst="rect">
            <a:avLst/>
          </a:prstGeom>
          <a:noFill/>
        </p:spPr>
        <p:txBody>
          <a:bodyPr wrap="square" lIns="91440" tIns="45720" rIns="91440" bIns="45720" anchor="ctr">
            <a:spAutoFit/>
          </a:bodyPr>
          <a:lstStyle/>
          <a:p>
            <a:r>
              <a:rPr lang="en-US" altLang="ko-KR" sz="3600" b="1" cap="none" spc="0" dirty="0">
                <a:ln w="13462">
                  <a:solidFill>
                    <a:schemeClr val="bg1"/>
                  </a:solidFill>
                  <a:prstDash val="solid"/>
                </a:ln>
                <a:solidFill>
                  <a:srgbClr val="303055"/>
                </a:solidFill>
                <a:effectLst>
                  <a:outerShdw dist="38100" dir="2700000" algn="bl" rotWithShape="0">
                    <a:schemeClr val="bg1">
                      <a:lumMod val="65000"/>
                    </a:schemeClr>
                  </a:outerShdw>
                </a:effectLst>
                <a:latin typeface="Berlin Sans FB Demi" panose="020E0802020502020306" pitchFamily="34" charset="0"/>
              </a:rPr>
              <a:t>Closure </a:t>
            </a:r>
          </a:p>
        </p:txBody>
      </p:sp>
    </p:spTree>
    <p:extLst>
      <p:ext uri="{BB962C8B-B14F-4D97-AF65-F5344CB8AC3E}">
        <p14:creationId xmlns:p14="http://schemas.microsoft.com/office/powerpoint/2010/main" val="283822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p:cNvSpPr/>
          <p:nvPr userDrawn="1"/>
        </p:nvSpPr>
        <p:spPr>
          <a:xfrm>
            <a:off x="-1" y="0"/>
            <a:ext cx="7129463" cy="103298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spTree>
    <p:extLst>
      <p:ext uri="{BB962C8B-B14F-4D97-AF65-F5344CB8AC3E}">
        <p14:creationId xmlns:p14="http://schemas.microsoft.com/office/powerpoint/2010/main" val="8563984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572279-2C41-4593-AFA1-A85317F4027D}"/>
              </a:ext>
            </a:extLst>
          </p:cNvPr>
          <p:cNvSpPr/>
          <p:nvPr userDrawn="1"/>
        </p:nvSpPr>
        <p:spPr>
          <a:xfrm>
            <a:off x="233907" y="247141"/>
            <a:ext cx="6661650" cy="9835581"/>
          </a:xfrm>
          <a:prstGeom prst="rect">
            <a:avLst/>
          </a:prstGeom>
          <a:noFill/>
          <a:ln w="50800" cmpd="thinThick">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cxnSp>
        <p:nvCxnSpPr>
          <p:cNvPr id="11" name="AutoShape 8">
            <a:extLst>
              <a:ext uri="{FF2B5EF4-FFF2-40B4-BE49-F238E27FC236}">
                <a16:creationId xmlns:a16="http://schemas.microsoft.com/office/drawing/2014/main" id="{53F5BD7D-4C79-44B2-A451-6E7D84517EE7}"/>
              </a:ext>
            </a:extLst>
          </p:cNvPr>
          <p:cNvCxnSpPr>
            <a:cxnSpLocks noChangeShapeType="1"/>
          </p:cNvCxnSpPr>
          <p:nvPr/>
        </p:nvCxnSpPr>
        <p:spPr bwMode="auto">
          <a:xfrm>
            <a:off x="478655" y="1187681"/>
            <a:ext cx="6175125"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762B1519-8952-470A-9216-C9CDECEB34A4}"/>
              </a:ext>
            </a:extLst>
          </p:cNvPr>
          <p:cNvSpPr txBox="1"/>
          <p:nvPr userDrawn="1"/>
        </p:nvSpPr>
        <p:spPr>
          <a:xfrm>
            <a:off x="1334793" y="543020"/>
            <a:ext cx="5318987" cy="431218"/>
          </a:xfrm>
          <a:prstGeom prst="rect">
            <a:avLst/>
          </a:prstGeom>
          <a:noFill/>
        </p:spPr>
        <p:txBody>
          <a:bodyPr wrap="square" tIns="0" bIns="0" anchor="b">
            <a:normAutofit fontScale="92500" lnSpcReduction="20000"/>
          </a:bodyPr>
          <a:lstStyle/>
          <a:p>
            <a:pPr>
              <a:lnSpc>
                <a:spcPct val="100000"/>
              </a:lnSpc>
              <a:spcAft>
                <a:spcPts val="0"/>
              </a:spcAft>
              <a:tabLst>
                <a:tab pos="2984397" algn="ctr"/>
                <a:tab pos="5968795" algn="r"/>
              </a:tabLst>
            </a:pPr>
            <a:r>
              <a:rPr lang="en-US" sz="3500" b="1" kern="1400" spc="26" dirty="0">
                <a:solidFill>
                  <a:srgbClr val="303055"/>
                </a:solidFill>
                <a:effectLst/>
              </a:rPr>
              <a:t>Topic</a:t>
            </a:r>
            <a:endParaRPr lang="en-US" sz="700" b="1" dirty="0">
              <a:solidFill>
                <a:srgbClr val="303055"/>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userDrawn="1"/>
        </p:nvPicPr>
        <p:blipFill>
          <a:blip r:embed="rId5"/>
          <a:stretch>
            <a:fillRect/>
          </a:stretch>
        </p:blipFill>
        <p:spPr>
          <a:xfrm>
            <a:off x="578210" y="361793"/>
            <a:ext cx="583150" cy="736522"/>
          </a:xfrm>
          <a:prstGeom prst="rect">
            <a:avLst/>
          </a:prstGeom>
        </p:spPr>
      </p:pic>
    </p:spTree>
    <p:extLst>
      <p:ext uri="{BB962C8B-B14F-4D97-AF65-F5344CB8AC3E}">
        <p14:creationId xmlns:p14="http://schemas.microsoft.com/office/powerpoint/2010/main" val="4267411456"/>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78" r:id="rId3"/>
  </p:sldLayoutIdLst>
  <p:txStyles>
    <p:titleStyle>
      <a:lvl1pPr algn="l" defTabSz="714192"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178548" indent="-178548" algn="l" defTabSz="714192" rtl="0" eaLnBrk="1" latinLnBrk="0" hangingPunct="1">
        <a:lnSpc>
          <a:spcPct val="90000"/>
        </a:lnSpc>
        <a:spcBef>
          <a:spcPts val="781"/>
        </a:spcBef>
        <a:buFont typeface="Arial" panose="020B0604020202020204" pitchFamily="34" charset="0"/>
        <a:buChar char="•"/>
        <a:defRPr sz="2200" kern="1200">
          <a:solidFill>
            <a:schemeClr val="tx1"/>
          </a:solidFill>
          <a:latin typeface="+mn-lt"/>
          <a:ea typeface="+mn-ea"/>
          <a:cs typeface="+mn-cs"/>
        </a:defRPr>
      </a:lvl1pPr>
      <a:lvl2pPr marL="535644" indent="-178548" algn="l" defTabSz="714192" rtl="0" eaLnBrk="1" latinLnBrk="0" hangingPunct="1">
        <a:lnSpc>
          <a:spcPct val="90000"/>
        </a:lnSpc>
        <a:spcBef>
          <a:spcPts val="391"/>
        </a:spcBef>
        <a:buFont typeface="Arial" panose="020B0604020202020204" pitchFamily="34" charset="0"/>
        <a:buChar char="•"/>
        <a:defRPr sz="1900" kern="1200">
          <a:solidFill>
            <a:schemeClr val="tx1"/>
          </a:solidFill>
          <a:latin typeface="+mn-lt"/>
          <a:ea typeface="+mn-ea"/>
          <a:cs typeface="+mn-cs"/>
        </a:defRPr>
      </a:lvl2pPr>
      <a:lvl3pPr marL="892740" indent="-178548" algn="l" defTabSz="714192" rtl="0" eaLnBrk="1" latinLnBrk="0" hangingPunct="1">
        <a:lnSpc>
          <a:spcPct val="90000"/>
        </a:lnSpc>
        <a:spcBef>
          <a:spcPts val="391"/>
        </a:spcBef>
        <a:buFont typeface="Arial" panose="020B0604020202020204" pitchFamily="34" charset="0"/>
        <a:buChar char="•"/>
        <a:defRPr sz="1600" kern="1200">
          <a:solidFill>
            <a:schemeClr val="tx1"/>
          </a:solidFill>
          <a:latin typeface="+mn-lt"/>
          <a:ea typeface="+mn-ea"/>
          <a:cs typeface="+mn-cs"/>
        </a:defRPr>
      </a:lvl3pPr>
      <a:lvl4pPr marL="1249836"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4pPr>
      <a:lvl5pPr marL="1606932"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5pPr>
      <a:lvl6pPr marL="1964028"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6pPr>
      <a:lvl7pPr marL="2321124"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7pPr>
      <a:lvl8pPr marL="2678220"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8pPr>
      <a:lvl9pPr marL="3035317"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714192" rtl="0" eaLnBrk="1" latinLnBrk="0" hangingPunct="1">
        <a:defRPr sz="1400" kern="1200">
          <a:solidFill>
            <a:schemeClr val="tx1"/>
          </a:solidFill>
          <a:latin typeface="+mn-lt"/>
          <a:ea typeface="+mn-ea"/>
          <a:cs typeface="+mn-cs"/>
        </a:defRPr>
      </a:lvl1pPr>
      <a:lvl2pPr marL="357096" algn="l" defTabSz="714192" rtl="0" eaLnBrk="1" latinLnBrk="0" hangingPunct="1">
        <a:defRPr sz="1400" kern="1200">
          <a:solidFill>
            <a:schemeClr val="tx1"/>
          </a:solidFill>
          <a:latin typeface="+mn-lt"/>
          <a:ea typeface="+mn-ea"/>
          <a:cs typeface="+mn-cs"/>
        </a:defRPr>
      </a:lvl2pPr>
      <a:lvl3pPr marL="714192" algn="l" defTabSz="714192" rtl="0" eaLnBrk="1" latinLnBrk="0" hangingPunct="1">
        <a:defRPr sz="1400" kern="1200">
          <a:solidFill>
            <a:schemeClr val="tx1"/>
          </a:solidFill>
          <a:latin typeface="+mn-lt"/>
          <a:ea typeface="+mn-ea"/>
          <a:cs typeface="+mn-cs"/>
        </a:defRPr>
      </a:lvl3pPr>
      <a:lvl4pPr marL="1071288" algn="l" defTabSz="714192" rtl="0" eaLnBrk="1" latinLnBrk="0" hangingPunct="1">
        <a:defRPr sz="1400" kern="1200">
          <a:solidFill>
            <a:schemeClr val="tx1"/>
          </a:solidFill>
          <a:latin typeface="+mn-lt"/>
          <a:ea typeface="+mn-ea"/>
          <a:cs typeface="+mn-cs"/>
        </a:defRPr>
      </a:lvl4pPr>
      <a:lvl5pPr marL="1428384" algn="l" defTabSz="714192" rtl="0" eaLnBrk="1" latinLnBrk="0" hangingPunct="1">
        <a:defRPr sz="1400" kern="1200">
          <a:solidFill>
            <a:schemeClr val="tx1"/>
          </a:solidFill>
          <a:latin typeface="+mn-lt"/>
          <a:ea typeface="+mn-ea"/>
          <a:cs typeface="+mn-cs"/>
        </a:defRPr>
      </a:lvl5pPr>
      <a:lvl6pPr marL="1785480" algn="l" defTabSz="714192" rtl="0" eaLnBrk="1" latinLnBrk="0" hangingPunct="1">
        <a:defRPr sz="1400" kern="1200">
          <a:solidFill>
            <a:schemeClr val="tx1"/>
          </a:solidFill>
          <a:latin typeface="+mn-lt"/>
          <a:ea typeface="+mn-ea"/>
          <a:cs typeface="+mn-cs"/>
        </a:defRPr>
      </a:lvl6pPr>
      <a:lvl7pPr marL="2142576" algn="l" defTabSz="714192" rtl="0" eaLnBrk="1" latinLnBrk="0" hangingPunct="1">
        <a:defRPr sz="1400" kern="1200">
          <a:solidFill>
            <a:schemeClr val="tx1"/>
          </a:solidFill>
          <a:latin typeface="+mn-lt"/>
          <a:ea typeface="+mn-ea"/>
          <a:cs typeface="+mn-cs"/>
        </a:defRPr>
      </a:lvl7pPr>
      <a:lvl8pPr marL="2499672" algn="l" defTabSz="714192" rtl="0" eaLnBrk="1" latinLnBrk="0" hangingPunct="1">
        <a:defRPr sz="1400" kern="1200">
          <a:solidFill>
            <a:schemeClr val="tx1"/>
          </a:solidFill>
          <a:latin typeface="+mn-lt"/>
          <a:ea typeface="+mn-ea"/>
          <a:cs typeface="+mn-cs"/>
        </a:defRPr>
      </a:lvl8pPr>
      <a:lvl9pPr marL="2856768" algn="l" defTabSz="714192"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6700F2-E529-1998-9DFA-9F7B0941E799}"/>
              </a:ext>
            </a:extLst>
          </p:cNvPr>
          <p:cNvSpPr/>
          <p:nvPr userDrawn="1"/>
        </p:nvSpPr>
        <p:spPr>
          <a:xfrm>
            <a:off x="0" y="359945"/>
            <a:ext cx="7129463" cy="359945"/>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lIns="91267" tIns="45634" rIns="91267" bIns="45634" rtlCol="0" anchor="ctr"/>
          <a:lstStyle/>
          <a:p>
            <a:pPr algn="ctr"/>
            <a:endParaRPr lang="en-US" sz="1975"/>
          </a:p>
        </p:txBody>
      </p:sp>
      <p:sp>
        <p:nvSpPr>
          <p:cNvPr id="8" name="Rectangle 7">
            <a:extLst>
              <a:ext uri="{FF2B5EF4-FFF2-40B4-BE49-F238E27FC236}">
                <a16:creationId xmlns:a16="http://schemas.microsoft.com/office/drawing/2014/main" id="{C57C224F-5C97-B3F8-CA1D-88FD1C9B2C0B}"/>
              </a:ext>
            </a:extLst>
          </p:cNvPr>
          <p:cNvSpPr/>
          <p:nvPr userDrawn="1"/>
        </p:nvSpPr>
        <p:spPr>
          <a:xfrm>
            <a:off x="0" y="9898479"/>
            <a:ext cx="7129463" cy="89986"/>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lIns="91267" tIns="45634" rIns="91267" bIns="45634" rtlCol="0" anchor="ctr"/>
          <a:lstStyle/>
          <a:p>
            <a:pPr algn="ctr"/>
            <a:endParaRPr lang="en-US" sz="1975"/>
          </a:p>
        </p:txBody>
      </p:sp>
      <p:pic>
        <p:nvPicPr>
          <p:cNvPr id="9" name="Picture 8"/>
          <p:cNvPicPr>
            <a:picLocks noChangeAspect="1"/>
          </p:cNvPicPr>
          <p:nvPr userDrawn="1"/>
        </p:nvPicPr>
        <p:blipFill>
          <a:blip r:embed="rId8"/>
          <a:stretch>
            <a:fillRect/>
          </a:stretch>
        </p:blipFill>
        <p:spPr>
          <a:xfrm>
            <a:off x="6248760" y="171656"/>
            <a:ext cx="583150" cy="736522"/>
          </a:xfrm>
          <a:prstGeom prst="rect">
            <a:avLst/>
          </a:prstGeom>
        </p:spPr>
      </p:pic>
    </p:spTree>
    <p:extLst>
      <p:ext uri="{BB962C8B-B14F-4D97-AF65-F5344CB8AC3E}">
        <p14:creationId xmlns:p14="http://schemas.microsoft.com/office/powerpoint/2010/main" val="3327005987"/>
      </p:ext>
    </p:extLst>
  </p:cSld>
  <p:clrMap bg1="lt1" tx1="dk1" bg2="lt2" tx2="dk2" accent1="accent1" accent2="accent2" accent3="accent3" accent4="accent4" accent5="accent5" accent6="accent6" hlink="hlink" folHlink="folHlink"/>
  <p:sldLayoutIdLst>
    <p:sldLayoutId id="2147483681" r:id="rId1"/>
    <p:sldLayoutId id="2147483683" r:id="rId2"/>
    <p:sldLayoutId id="2147483684" r:id="rId3"/>
    <p:sldLayoutId id="2147483685" r:id="rId4"/>
    <p:sldLayoutId id="2147483686" r:id="rId5"/>
    <p:sldLayoutId id="2147483682" r:id="rId6"/>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4D5F-D6AD-884A-0D46-B89D55410F0B}"/>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BDF6F3F5-8A5D-79D1-AEE1-05AA96F4CC3D}"/>
              </a:ext>
            </a:extLst>
          </p:cNvPr>
          <p:cNvGraphicFramePr>
            <a:graphicFrameLocks noGrp="1"/>
          </p:cNvGraphicFramePr>
          <p:nvPr>
            <p:extLst>
              <p:ext uri="{D42A27DB-BD31-4B8C-83A1-F6EECF244321}">
                <p14:modId xmlns:p14="http://schemas.microsoft.com/office/powerpoint/2010/main" val="2251495126"/>
              </p:ext>
            </p:extLst>
          </p:nvPr>
        </p:nvGraphicFramePr>
        <p:xfrm>
          <a:off x="477169" y="1560158"/>
          <a:ext cx="6175125" cy="675726"/>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val="20000"/>
                    </a:ext>
                  </a:extLst>
                </a:gridCol>
                <a:gridCol w="2170650">
                  <a:extLst>
                    <a:ext uri="{9D8B030D-6E8A-4147-A177-3AD203B41FA5}">
                      <a16:colId xmlns:a16="http://schemas.microsoft.com/office/drawing/2014/main" val="20001"/>
                    </a:ext>
                  </a:extLst>
                </a:gridCol>
                <a:gridCol w="1122750">
                  <a:extLst>
                    <a:ext uri="{9D8B030D-6E8A-4147-A177-3AD203B41FA5}">
                      <a16:colId xmlns:a16="http://schemas.microsoft.com/office/drawing/2014/main" val="20002"/>
                    </a:ext>
                  </a:extLst>
                </a:gridCol>
                <a:gridCol w="1758975">
                  <a:extLst>
                    <a:ext uri="{9D8B030D-6E8A-4147-A177-3AD203B41FA5}">
                      <a16:colId xmlns:a16="http://schemas.microsoft.com/office/drawing/2014/main" val="20003"/>
                    </a:ext>
                  </a:extLst>
                </a:gridCol>
              </a:tblGrid>
              <a:tr h="225242">
                <a:tc>
                  <a:txBody>
                    <a:bodyPr/>
                    <a:lstStyle/>
                    <a:p>
                      <a:pPr latinLnBrk="0">
                        <a:lnSpc>
                          <a:spcPct val="100000"/>
                        </a:lnSpc>
                        <a:spcAft>
                          <a:spcPts val="0"/>
                        </a:spcAft>
                      </a:pPr>
                      <a:r>
                        <a:rPr lang="en-US" sz="1000" b="1" i="1" dirty="0">
                          <a:effectLst/>
                          <a:latin typeface="+mn-lt"/>
                        </a:rPr>
                        <a:t>Lesson Creator: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Grade &amp; Level: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25242">
                <a:tc>
                  <a:txBody>
                    <a:bodyPr/>
                    <a:lstStyle/>
                    <a:p>
                      <a:pPr latinLnBrk="0">
                        <a:lnSpc>
                          <a:spcPct val="100000"/>
                        </a:lnSpc>
                        <a:spcAft>
                          <a:spcPts val="0"/>
                        </a:spcAft>
                      </a:pPr>
                      <a:r>
                        <a:rPr lang="en-US" sz="1000" b="1" i="1" dirty="0">
                          <a:effectLst/>
                          <a:latin typeface="+mn-lt"/>
                        </a:rPr>
                        <a:t>Reviewer: </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altLang="ko-KR" sz="1000" b="1" i="1" dirty="0">
                          <a:effectLst/>
                          <a:latin typeface="+mn-lt"/>
                          <a:ea typeface="+mn-ea"/>
                          <a:cs typeface="+mn-cs"/>
                        </a:rPr>
                        <a:t>Topic</a:t>
                      </a:r>
                      <a:r>
                        <a:rPr lang="en-US" altLang="ko-KR" sz="1000" b="1" i="1" baseline="0" dirty="0">
                          <a:effectLst/>
                          <a:latin typeface="+mn-lt"/>
                          <a:ea typeface="+mn-ea"/>
                          <a:cs typeface="+mn-cs"/>
                        </a:rPr>
                        <a:t>:</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5242">
                <a:tc>
                  <a:txBody>
                    <a:bodyPr/>
                    <a:lstStyle/>
                    <a:p>
                      <a:pPr latinLnBrk="0">
                        <a:lnSpc>
                          <a:spcPct val="100000"/>
                        </a:lnSpc>
                        <a:spcAft>
                          <a:spcPts val="0"/>
                        </a:spcAft>
                      </a:pPr>
                      <a:r>
                        <a:rPr lang="en-US" sz="1000" b="1" i="1" dirty="0">
                          <a:effectLst/>
                          <a:latin typeface="+mn-lt"/>
                        </a:rPr>
                        <a:t>Skill: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latinLnBrk="0">
                        <a:lnSpc>
                          <a:spcPct val="100000"/>
                        </a:lnSpc>
                        <a:spcAft>
                          <a:spcPts val="0"/>
                        </a:spcAft>
                      </a:pPr>
                      <a:endParaRPr lang="en-US" alt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dirty="0"/>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6" name="Rectangle 15">
            <a:extLst>
              <a:ext uri="{FF2B5EF4-FFF2-40B4-BE49-F238E27FC236}">
                <a16:creationId xmlns:a16="http://schemas.microsoft.com/office/drawing/2014/main" id="{3B4FC8DA-DE6E-9A0E-CA27-A7CE6545A609}"/>
              </a:ext>
            </a:extLst>
          </p:cNvPr>
          <p:cNvSpPr/>
          <p:nvPr/>
        </p:nvSpPr>
        <p:spPr>
          <a:xfrm>
            <a:off x="477169" y="1276055"/>
            <a:ext cx="1099126" cy="272804"/>
          </a:xfrm>
          <a:prstGeom prst="rect">
            <a:avLst/>
          </a:prstGeom>
        </p:spPr>
        <p:txBody>
          <a:bodyPr wrap="square" lIns="95226" tIns="47613" rIns="95226" bIns="47613">
            <a:spAutoFit/>
          </a:bodyPr>
          <a:lstStyle/>
          <a:p>
            <a:pPr latinLnBrk="1"/>
            <a:r>
              <a:rPr lang="en-US" altLang="ko-KR" sz="1100" b="1" i="1" dirty="0"/>
              <a:t>What to teach?</a:t>
            </a:r>
            <a:endParaRPr lang="ko-KR" altLang="ko-KR" sz="1100" dirty="0"/>
          </a:p>
        </p:txBody>
      </p:sp>
      <p:sp>
        <p:nvSpPr>
          <p:cNvPr id="17" name="Rectangle 16">
            <a:extLst>
              <a:ext uri="{FF2B5EF4-FFF2-40B4-BE49-F238E27FC236}">
                <a16:creationId xmlns:a16="http://schemas.microsoft.com/office/drawing/2014/main" id="{24C1E7C3-1A3C-9CCF-F83F-CB72903B8595}"/>
              </a:ext>
            </a:extLst>
          </p:cNvPr>
          <p:cNvSpPr/>
          <p:nvPr/>
        </p:nvSpPr>
        <p:spPr>
          <a:xfrm>
            <a:off x="4600575" y="1276055"/>
            <a:ext cx="1865625" cy="265433"/>
          </a:xfrm>
          <a:prstGeom prst="rect">
            <a:avLst/>
          </a:prstGeom>
        </p:spPr>
        <p:txBody>
          <a:bodyPr wrap="square" lIns="95226" tIns="47613" rIns="95226" bIns="47613">
            <a:spAutoFit/>
          </a:bodyPr>
          <a:lstStyle/>
          <a:p>
            <a:pPr algn="r" latinLnBrk="1"/>
            <a:r>
              <a:rPr lang="en-US" altLang="ko-KR" sz="1100" b="1" i="1" dirty="0">
                <a:solidFill>
                  <a:schemeClr val="bg1">
                    <a:lumMod val="75000"/>
                  </a:schemeClr>
                </a:solidFill>
              </a:rPr>
              <a:t>January 2026 Template</a:t>
            </a:r>
            <a:endParaRPr lang="ko-KR" altLang="ko-KR" sz="1100" b="1" dirty="0">
              <a:solidFill>
                <a:schemeClr val="bg1">
                  <a:lumMod val="75000"/>
                </a:schemeClr>
              </a:solidFill>
            </a:endParaRPr>
          </a:p>
        </p:txBody>
      </p:sp>
      <p:sp>
        <p:nvSpPr>
          <p:cNvPr id="18" name="Rectangle 17">
            <a:extLst>
              <a:ext uri="{FF2B5EF4-FFF2-40B4-BE49-F238E27FC236}">
                <a16:creationId xmlns:a16="http://schemas.microsoft.com/office/drawing/2014/main" id="{381129AF-0026-B382-6896-C7BECF357648}"/>
              </a:ext>
            </a:extLst>
          </p:cNvPr>
          <p:cNvSpPr/>
          <p:nvPr/>
        </p:nvSpPr>
        <p:spPr>
          <a:xfrm>
            <a:off x="477169" y="2279241"/>
            <a:ext cx="1099126" cy="272804"/>
          </a:xfrm>
          <a:prstGeom prst="rect">
            <a:avLst/>
          </a:prstGeom>
        </p:spPr>
        <p:txBody>
          <a:bodyPr wrap="square" lIns="95226" tIns="47613" rIns="95226" bIns="47613">
            <a:spAutoFit/>
          </a:bodyPr>
          <a:lstStyle/>
          <a:p>
            <a:pPr latinLnBrk="1"/>
            <a:r>
              <a:rPr lang="en-US" altLang="ko-KR" sz="1100" b="1" i="1" dirty="0"/>
              <a:t>Why to teach?</a:t>
            </a:r>
            <a:endParaRPr lang="ko-KR" altLang="ko-KR" sz="1100" dirty="0"/>
          </a:p>
        </p:txBody>
      </p:sp>
      <p:graphicFrame>
        <p:nvGraphicFramePr>
          <p:cNvPr id="20" name="Table 19">
            <a:extLst>
              <a:ext uri="{FF2B5EF4-FFF2-40B4-BE49-F238E27FC236}">
                <a16:creationId xmlns:a16="http://schemas.microsoft.com/office/drawing/2014/main" id="{D3D3A46A-543F-3A6B-D728-B2B384DB9907}"/>
              </a:ext>
            </a:extLst>
          </p:cNvPr>
          <p:cNvGraphicFramePr>
            <a:graphicFrameLocks noGrp="1"/>
          </p:cNvGraphicFramePr>
          <p:nvPr>
            <p:extLst>
              <p:ext uri="{D42A27DB-BD31-4B8C-83A1-F6EECF244321}">
                <p14:modId xmlns:p14="http://schemas.microsoft.com/office/powerpoint/2010/main" val="3074056454"/>
              </p:ext>
            </p:extLst>
          </p:nvPr>
        </p:nvGraphicFramePr>
        <p:xfrm>
          <a:off x="477169" y="2546696"/>
          <a:ext cx="6175125" cy="412944"/>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val="20000"/>
                    </a:ext>
                  </a:extLst>
                </a:gridCol>
                <a:gridCol w="5052375">
                  <a:extLst>
                    <a:ext uri="{9D8B030D-6E8A-4147-A177-3AD203B41FA5}">
                      <a16:colId xmlns:a16="http://schemas.microsoft.com/office/drawing/2014/main" val="20001"/>
                    </a:ext>
                  </a:extLst>
                </a:gridCol>
              </a:tblGrid>
              <a:tr h="412944">
                <a:tc>
                  <a:txBody>
                    <a:bodyPr/>
                    <a:lstStyle/>
                    <a:p>
                      <a:pPr latinLnBrk="0">
                        <a:lnSpc>
                          <a:spcPct val="107000"/>
                        </a:lnSpc>
                        <a:spcAft>
                          <a:spcPts val="0"/>
                        </a:spcAft>
                      </a:pPr>
                      <a:r>
                        <a:rPr lang="en-US" sz="1000" b="1" i="1" baseline="0" dirty="0">
                          <a:effectLst/>
                        </a:rPr>
                        <a:t>Lesson Objective</a:t>
                      </a:r>
                      <a:r>
                        <a:rPr lang="en-US" sz="1000" b="1" i="1" dirty="0">
                          <a:effectLst/>
                        </a:rPr>
                        <a:t>:</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7000"/>
                        </a:lnSpc>
                        <a:spcAft>
                          <a:spcPts val="0"/>
                        </a:spcAft>
                      </a:pPr>
                      <a:r>
                        <a:rPr lang="en-US" sz="1000" b="1" i="0" dirty="0">
                          <a:solidFill>
                            <a:schemeClr val="tx1"/>
                          </a:solidFill>
                          <a:effectLst/>
                        </a:rPr>
                        <a:t>SWBAT </a:t>
                      </a:r>
                      <a:endParaRPr lang="ko-KR" sz="1100" b="1" i="0" dirty="0">
                        <a:solidFill>
                          <a:schemeClr val="tx1"/>
                        </a:solidFill>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21" name="Rectangle 20">
            <a:extLst>
              <a:ext uri="{FF2B5EF4-FFF2-40B4-BE49-F238E27FC236}">
                <a16:creationId xmlns:a16="http://schemas.microsoft.com/office/drawing/2014/main" id="{11A39E30-926B-35A0-1AC4-48D66CAC963E}"/>
              </a:ext>
            </a:extLst>
          </p:cNvPr>
          <p:cNvSpPr/>
          <p:nvPr/>
        </p:nvSpPr>
        <p:spPr>
          <a:xfrm>
            <a:off x="477169" y="3005694"/>
            <a:ext cx="1099126" cy="272804"/>
          </a:xfrm>
          <a:prstGeom prst="rect">
            <a:avLst/>
          </a:prstGeom>
        </p:spPr>
        <p:txBody>
          <a:bodyPr wrap="square" lIns="95226" tIns="47613" rIns="95226" bIns="47613">
            <a:spAutoFit/>
          </a:bodyPr>
          <a:lstStyle/>
          <a:p>
            <a:pPr latinLnBrk="1"/>
            <a:r>
              <a:rPr lang="en-US" altLang="ko-KR" sz="1100" b="1" i="1" dirty="0"/>
              <a:t>How to teach?</a:t>
            </a:r>
            <a:endParaRPr lang="ko-KR" altLang="ko-KR" sz="1100" dirty="0"/>
          </a:p>
        </p:txBody>
      </p:sp>
      <p:graphicFrame>
        <p:nvGraphicFramePr>
          <p:cNvPr id="22" name="Table 21">
            <a:extLst>
              <a:ext uri="{FF2B5EF4-FFF2-40B4-BE49-F238E27FC236}">
                <a16:creationId xmlns:a16="http://schemas.microsoft.com/office/drawing/2014/main" id="{2754FE4F-80E0-D212-8CC6-416FD7F804A6}"/>
              </a:ext>
            </a:extLst>
          </p:cNvPr>
          <p:cNvGraphicFramePr>
            <a:graphicFrameLocks noGrp="1"/>
          </p:cNvGraphicFramePr>
          <p:nvPr>
            <p:extLst>
              <p:ext uri="{D42A27DB-BD31-4B8C-83A1-F6EECF244321}">
                <p14:modId xmlns:p14="http://schemas.microsoft.com/office/powerpoint/2010/main" val="417819873"/>
              </p:ext>
            </p:extLst>
          </p:nvPr>
        </p:nvGraphicFramePr>
        <p:xfrm>
          <a:off x="477169" y="3273811"/>
          <a:ext cx="6175125" cy="415539"/>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val="20000"/>
                    </a:ext>
                  </a:extLst>
                </a:gridCol>
                <a:gridCol w="2507475">
                  <a:extLst>
                    <a:ext uri="{9D8B030D-6E8A-4147-A177-3AD203B41FA5}">
                      <a16:colId xmlns:a16="http://schemas.microsoft.com/office/drawing/2014/main" val="20001"/>
                    </a:ext>
                  </a:extLst>
                </a:gridCol>
                <a:gridCol w="2544900">
                  <a:extLst>
                    <a:ext uri="{9D8B030D-6E8A-4147-A177-3AD203B41FA5}">
                      <a16:colId xmlns:a16="http://schemas.microsoft.com/office/drawing/2014/main" val="20002"/>
                    </a:ext>
                  </a:extLst>
                </a:gridCol>
              </a:tblGrid>
              <a:tr h="415539">
                <a:tc>
                  <a:txBody>
                    <a:bodyPr/>
                    <a:lstStyle/>
                    <a:p>
                      <a:pPr latinLnBrk="0">
                        <a:lnSpc>
                          <a:spcPct val="107000"/>
                        </a:lnSpc>
                        <a:spcAft>
                          <a:spcPts val="0"/>
                        </a:spcAft>
                      </a:pPr>
                      <a:r>
                        <a:rPr lang="en-US" sz="1000" b="1" i="1" baseline="0" dirty="0">
                          <a:effectLst/>
                        </a:rPr>
                        <a:t>Materials:</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latinLnBrk="0">
                        <a:lnSpc>
                          <a:spcPct val="107000"/>
                        </a:lnSpc>
                        <a:spcAft>
                          <a:spcPts val="0"/>
                        </a:spcAft>
                      </a:pPr>
                      <a:r>
                        <a:rPr lang="en-US" altLang="ko-KR" sz="1000" b="1" i="0" dirty="0">
                          <a:solidFill>
                            <a:schemeClr val="tx1"/>
                          </a:solidFill>
                          <a:effectLst/>
                          <a:latin typeface="+mn-lt"/>
                          <a:ea typeface="맑은 고딕"/>
                          <a:cs typeface="Arial"/>
                        </a:rPr>
                        <a:t>Warm-up: </a:t>
                      </a:r>
                      <a:r>
                        <a:rPr lang="en-US" altLang="ko-KR" sz="1000" b="0" i="0" dirty="0">
                          <a:solidFill>
                            <a:srgbClr val="FF0000"/>
                          </a:solidFill>
                          <a:effectLst/>
                          <a:latin typeface="+mn-lt"/>
                          <a:ea typeface="맑은 고딕"/>
                          <a:cs typeface="Arial"/>
                        </a:rPr>
                        <a:t>Materials</a:t>
                      </a:r>
                    </a:p>
                    <a:p>
                      <a:pPr marL="0" marR="0" indent="0" algn="l" defTabSz="685800" rtl="0" eaLnBrk="1" fontAlgn="auto" latinLnBrk="0" hangingPunct="1">
                        <a:lnSpc>
                          <a:spcPct val="107000"/>
                        </a:lnSpc>
                        <a:spcBef>
                          <a:spcPts val="0"/>
                        </a:spcBef>
                        <a:spcAft>
                          <a:spcPts val="0"/>
                        </a:spcAft>
                        <a:buClrTx/>
                        <a:buSzTx/>
                        <a:buFontTx/>
                        <a:buNone/>
                        <a:tabLst/>
                        <a:defRPr/>
                      </a:pPr>
                      <a:r>
                        <a:rPr lang="en-US" altLang="ko-KR" sz="1000" b="1" i="0" dirty="0">
                          <a:solidFill>
                            <a:schemeClr val="tx1"/>
                          </a:solidFill>
                          <a:effectLst/>
                          <a:latin typeface="+mn-lt"/>
                          <a:ea typeface="+mn-ea"/>
                          <a:cs typeface="+mn-cs"/>
                        </a:rPr>
                        <a:t>Practice: </a:t>
                      </a:r>
                      <a:r>
                        <a:rPr lang="en-US" altLang="ko-KR" sz="1000" b="0" i="0" dirty="0">
                          <a:solidFill>
                            <a:srgbClr val="FF0000"/>
                          </a:solidFill>
                          <a:effectLst/>
                          <a:latin typeface="+mn-lt"/>
                          <a:ea typeface="+mn-ea"/>
                          <a:cs typeface="Arial"/>
                        </a:rPr>
                        <a:t>Materials</a:t>
                      </a:r>
                      <a:endParaRPr lang="en-US" altLang="ko-KR" sz="1000" b="0" i="0" dirty="0">
                        <a:solidFill>
                          <a:srgbClr val="FF0000"/>
                        </a:solidFill>
                        <a:effectLst/>
                        <a:latin typeface="+mn-lt"/>
                        <a:ea typeface="+mn-ea"/>
                        <a:cs typeface="+mn-cs"/>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latinLnBrk="0">
                        <a:lnSpc>
                          <a:spcPct val="107000"/>
                        </a:lnSpc>
                        <a:spcAft>
                          <a:spcPts val="0"/>
                        </a:spcAft>
                      </a:pPr>
                      <a:r>
                        <a:rPr lang="en-US" altLang="ko-KR" sz="1000" b="1" i="0" dirty="0">
                          <a:solidFill>
                            <a:schemeClr val="tx1"/>
                          </a:solidFill>
                          <a:effectLst/>
                          <a:latin typeface="+mn-lt"/>
                          <a:ea typeface="+mn-ea"/>
                          <a:cs typeface="Arial"/>
                        </a:rPr>
                        <a:t>Production: </a:t>
                      </a:r>
                      <a:r>
                        <a:rPr lang="en-US" altLang="ko-KR" sz="1000" b="0" i="0" dirty="0">
                          <a:solidFill>
                            <a:srgbClr val="FF0000"/>
                          </a:solidFill>
                          <a:effectLst/>
                          <a:latin typeface="+mn-lt"/>
                          <a:ea typeface="+mn-ea"/>
                          <a:cs typeface="Arial"/>
                        </a:rPr>
                        <a:t>Materials</a:t>
                      </a:r>
                    </a:p>
                    <a:p>
                      <a:pPr marL="0" marR="0" indent="0" algn="l" defTabSz="685800" rtl="0" eaLnBrk="1" fontAlgn="auto" latinLnBrk="0" hangingPunct="1">
                        <a:lnSpc>
                          <a:spcPct val="107000"/>
                        </a:lnSpc>
                        <a:spcBef>
                          <a:spcPts val="0"/>
                        </a:spcBef>
                        <a:spcAft>
                          <a:spcPts val="0"/>
                        </a:spcAft>
                        <a:buClrTx/>
                        <a:buSzTx/>
                        <a:buFontTx/>
                        <a:buNone/>
                        <a:tabLst/>
                        <a:defRPr/>
                      </a:pPr>
                      <a:r>
                        <a:rPr lang="en-US" altLang="ko-KR" sz="1000" b="1" i="0" dirty="0">
                          <a:solidFill>
                            <a:schemeClr val="tx1"/>
                          </a:solidFill>
                          <a:effectLst/>
                          <a:latin typeface="+mn-lt"/>
                          <a:ea typeface="+mn-ea"/>
                          <a:cs typeface="+mn-cs"/>
                        </a:rPr>
                        <a:t>Closure: </a:t>
                      </a:r>
                      <a:r>
                        <a:rPr lang="en-US" altLang="ko-KR" sz="1000" b="0" i="0" dirty="0">
                          <a:solidFill>
                            <a:srgbClr val="FF0000"/>
                          </a:solidFill>
                          <a:effectLst/>
                          <a:latin typeface="+mn-lt"/>
                          <a:ea typeface="+mn-ea"/>
                          <a:cs typeface="Arial"/>
                        </a:rPr>
                        <a:t>N/A</a:t>
                      </a:r>
                      <a:endParaRPr lang="en-US" altLang="ko-KR" sz="1000" b="0" i="0" dirty="0">
                        <a:solidFill>
                          <a:srgbClr val="FF0000"/>
                        </a:solidFill>
                        <a:effectLst/>
                        <a:latin typeface="+mn-lt"/>
                        <a:ea typeface="+mn-ea"/>
                        <a:cs typeface="+mn-cs"/>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3" name="Rectangle 12">
            <a:extLst>
              <a:ext uri="{FF2B5EF4-FFF2-40B4-BE49-F238E27FC236}">
                <a16:creationId xmlns:a16="http://schemas.microsoft.com/office/drawing/2014/main" id="{CCCCBBF9-1E1E-9D47-669A-BD2FFA5706A0}"/>
              </a:ext>
            </a:extLst>
          </p:cNvPr>
          <p:cNvSpPr/>
          <p:nvPr/>
        </p:nvSpPr>
        <p:spPr>
          <a:xfrm>
            <a:off x="3795386" y="480786"/>
            <a:ext cx="2856908" cy="522406"/>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To edit the header, click "View" &gt; "Slide Master",  and go to the very first slide. Add your header, click "Close Master View", and then delete this box.</a:t>
            </a:r>
            <a:endParaRPr lang="ko-KR" altLang="en-US" sz="900" b="1" dirty="0">
              <a:effectLst>
                <a:outerShdw blurRad="38100" dist="38100" dir="2700000" algn="tl">
                  <a:srgbClr val="000000">
                    <a:alpha val="43137"/>
                  </a:srgbClr>
                </a:outerShdw>
              </a:effectLst>
            </a:endParaRPr>
          </a:p>
        </p:txBody>
      </p:sp>
      <p:sp>
        <p:nvSpPr>
          <p:cNvPr id="19" name="Rectangle 18">
            <a:extLst>
              <a:ext uri="{FF2B5EF4-FFF2-40B4-BE49-F238E27FC236}">
                <a16:creationId xmlns:a16="http://schemas.microsoft.com/office/drawing/2014/main" id="{CC82B778-63D3-B277-DEAA-E4A85ECFA5BC}"/>
              </a:ext>
            </a:extLst>
          </p:cNvPr>
          <p:cNvSpPr/>
          <p:nvPr/>
        </p:nvSpPr>
        <p:spPr>
          <a:xfrm>
            <a:off x="477169" y="3928965"/>
            <a:ext cx="6175125" cy="225242"/>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b="1" i="1" dirty="0">
                <a:solidFill>
                  <a:schemeClr val="tx1"/>
                </a:solidFill>
                <a:cs typeface="Arial"/>
              </a:rPr>
              <a:t>Pre-Lesson Engagement: </a:t>
            </a:r>
            <a:r>
              <a:rPr lang="en-US" altLang="ko-KR" sz="1100" i="1" dirty="0">
                <a:solidFill>
                  <a:schemeClr val="tx1"/>
                </a:solidFill>
                <a:cs typeface="Arial"/>
              </a:rPr>
              <a:t>A way to engage students before the skill is introduced and taught.  </a:t>
            </a:r>
            <a:endParaRPr lang="ko-KR" altLang="ko-KR" sz="1100" i="1" dirty="0">
              <a:solidFill>
                <a:schemeClr val="tx1"/>
              </a:solidFill>
              <a:cs typeface="Arial"/>
            </a:endParaRPr>
          </a:p>
        </p:txBody>
      </p:sp>
      <p:sp>
        <p:nvSpPr>
          <p:cNvPr id="23" name="TextBox 22">
            <a:extLst>
              <a:ext uri="{FF2B5EF4-FFF2-40B4-BE49-F238E27FC236}">
                <a16:creationId xmlns:a16="http://schemas.microsoft.com/office/drawing/2014/main" id="{560624C0-E506-9349-89C0-CD509FAA23D0}"/>
              </a:ext>
            </a:extLst>
          </p:cNvPr>
          <p:cNvSpPr txBox="1"/>
          <p:nvPr/>
        </p:nvSpPr>
        <p:spPr>
          <a:xfrm>
            <a:off x="477169" y="4789744"/>
            <a:ext cx="6175125" cy="4938455"/>
          </a:xfrm>
          <a:prstGeom prst="rect">
            <a:avLst/>
          </a:prstGeom>
          <a:noFill/>
          <a:ln>
            <a:solidFill>
              <a:schemeClr val="tx1"/>
            </a:solidFill>
          </a:ln>
        </p:spPr>
        <p:txBody>
          <a:bodyPr wrap="square" lIns="95226" tIns="47613" rIns="95226" bIns="47613" rtlCol="0">
            <a:normAutofit/>
          </a:bodyPr>
          <a:lstStyle/>
          <a:p>
            <a:pPr defTabSz="714192">
              <a:defRPr/>
            </a:pPr>
            <a:r>
              <a:rPr lang="en-US" altLang="ko-KR" sz="1100" b="1" dirty="0">
                <a:solidFill>
                  <a:schemeClr val="dk1"/>
                </a:solidFill>
              </a:rPr>
              <a:t>Part 1:</a:t>
            </a:r>
            <a:r>
              <a:rPr lang="en-US" altLang="ko-KR" sz="1100" dirty="0">
                <a:solidFill>
                  <a:schemeClr val="dk1"/>
                </a:solidFill>
              </a:rPr>
              <a:t> </a:t>
            </a:r>
            <a:r>
              <a:rPr lang="en-US" altLang="ko-KR" sz="1100" b="1" dirty="0">
                <a:solidFill>
                  <a:schemeClr val="dk1"/>
                </a:solidFill>
              </a:rPr>
              <a:t>Discussion Questions </a:t>
            </a:r>
          </a:p>
          <a:p>
            <a:pPr defTabSz="714192">
              <a:defRPr/>
            </a:pPr>
            <a:r>
              <a:rPr lang="en-US" altLang="ko-KR" sz="1100" b="1" dirty="0">
                <a:solidFill>
                  <a:schemeClr val="dk1"/>
                </a:solidFill>
              </a:rPr>
              <a:t>Purpose: To get students thinking about the topic.</a:t>
            </a:r>
          </a:p>
          <a:p>
            <a:pPr defTabSz="714192">
              <a:defRPr/>
            </a:pPr>
            <a:endParaRPr lang="en-US" altLang="ko-KR" sz="1100" b="1" dirty="0">
              <a:solidFill>
                <a:schemeClr val="dk1"/>
              </a:solidFill>
            </a:endParaRPr>
          </a:p>
          <a:p>
            <a:pPr defTabSz="714192">
              <a:defRPr/>
            </a:pPr>
            <a:r>
              <a:rPr lang="en-US" altLang="ko-KR" sz="1100" dirty="0">
                <a:solidFill>
                  <a:schemeClr val="dk1"/>
                </a:solidFill>
              </a:rPr>
              <a:t>Use the following questions to elicit a classroom discussion about the topic.</a:t>
            </a:r>
          </a:p>
          <a:p>
            <a:pPr defTabSz="714192">
              <a:defRPr/>
            </a:pPr>
            <a:endParaRPr lang="en-US" altLang="ko-KR" sz="1100" b="1" dirty="0">
              <a:solidFill>
                <a:schemeClr val="dk1"/>
              </a:solidFill>
            </a:endParaRPr>
          </a:p>
          <a:p>
            <a:pPr defTabSz="714192">
              <a:defRPr/>
            </a:pPr>
            <a:r>
              <a:rPr lang="en-US" altLang="ko-KR" sz="1100" b="1" u="sng" dirty="0">
                <a:solidFill>
                  <a:schemeClr val="dk1"/>
                </a:solidFill>
              </a:rPr>
              <a:t>Questions: </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 </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a:t>
            </a:r>
          </a:p>
          <a:p>
            <a:pPr marL="238064" indent="-238064" defTabSz="714192">
              <a:buFont typeface="+mj-lt"/>
              <a:buAutoNum type="arabicPeriod"/>
              <a:defRPr/>
            </a:pPr>
            <a:r>
              <a:rPr lang="en-US" altLang="ko-KR" sz="1100" dirty="0">
                <a:solidFill>
                  <a:schemeClr val="dk1"/>
                </a:solidFill>
              </a:rPr>
              <a:t>Question</a:t>
            </a:r>
            <a:r>
              <a:rPr lang="en-US" altLang="ko-KR" sz="1100" b="1" dirty="0">
                <a:solidFill>
                  <a:schemeClr val="dk1"/>
                </a:solidFill>
              </a:rPr>
              <a:t> (Answers will vary)</a:t>
            </a:r>
          </a:p>
          <a:p>
            <a:pPr marL="238064" indent="-238064" defTabSz="714192">
              <a:buFont typeface="+mj-lt"/>
              <a:buAutoNum type="arabicPeriod"/>
              <a:defRPr/>
            </a:pPr>
            <a:endParaRPr lang="en-US" altLang="ko-KR" sz="1100" b="1" dirty="0">
              <a:solidFill>
                <a:schemeClr val="dk1"/>
              </a:solidFill>
            </a:endParaRPr>
          </a:p>
          <a:p>
            <a:pPr defTabSz="714192">
              <a:defRPr/>
            </a:pPr>
            <a:endParaRPr lang="en-US" altLang="ko-KR" sz="1100" b="1" dirty="0">
              <a:solidFill>
                <a:schemeClr val="dk1"/>
              </a:solidFill>
            </a:endParaRPr>
          </a:p>
          <a:p>
            <a:pPr defTabSz="714192">
              <a:defRPr/>
            </a:pPr>
            <a:r>
              <a:rPr lang="en-US" altLang="ko-KR" sz="1100" b="1" dirty="0">
                <a:solidFill>
                  <a:schemeClr val="dk1"/>
                </a:solidFill>
              </a:rPr>
              <a:t>Part 2: Vocabulary Review</a:t>
            </a:r>
          </a:p>
          <a:p>
            <a:pPr defTabSz="714192">
              <a:defRPr/>
            </a:pPr>
            <a:r>
              <a:rPr lang="en-US" altLang="ko-KR" sz="1100" b="1" dirty="0">
                <a:solidFill>
                  <a:schemeClr val="dk1"/>
                </a:solidFill>
              </a:rPr>
              <a:t>Purpose: To check keywords that students will see in the lesson.</a:t>
            </a:r>
          </a:p>
          <a:p>
            <a:pPr defTabSz="714192">
              <a:defRPr/>
            </a:pPr>
            <a:r>
              <a:rPr lang="en-US" altLang="ko-KR" sz="1100" dirty="0">
                <a:solidFill>
                  <a:schemeClr val="dk1"/>
                </a:solidFill>
              </a:rPr>
              <a:t>Instructions</a:t>
            </a:r>
          </a:p>
          <a:p>
            <a:pPr defTabSz="714192">
              <a:defRPr/>
            </a:pPr>
            <a:endParaRPr lang="en-US" altLang="ko-KR" sz="1100" b="1" dirty="0">
              <a:solidFill>
                <a:schemeClr val="dk1"/>
              </a:solidFill>
            </a:endParaRPr>
          </a:p>
          <a:p>
            <a:pPr defTabSz="714192">
              <a:defRPr/>
            </a:pPr>
            <a:r>
              <a:rPr lang="en-US" altLang="ko-KR" sz="1100" b="1" u="sng" dirty="0">
                <a:solidFill>
                  <a:schemeClr val="dk1"/>
                </a:solidFill>
              </a:rPr>
              <a:t>Words: </a:t>
            </a:r>
            <a:r>
              <a:rPr lang="en-US" altLang="ko-KR" sz="1100" b="1" dirty="0">
                <a:solidFill>
                  <a:schemeClr val="dk1"/>
                </a:solidFill>
              </a:rPr>
              <a:t> (optional – if included, please use throughout the lesson)</a:t>
            </a:r>
            <a:endParaRPr lang="en-US" altLang="ko-KR" sz="1100" b="1" u="sng" dirty="0">
              <a:solidFill>
                <a:schemeClr val="dk1"/>
              </a:solidFill>
            </a:endParaRPr>
          </a:p>
          <a:p>
            <a:pPr defTabSz="714192">
              <a:defRPr/>
            </a:pPr>
            <a:r>
              <a:rPr lang="en-US" altLang="ko-KR" sz="1100" b="1" dirty="0">
                <a:solidFill>
                  <a:schemeClr val="dk1"/>
                </a:solidFill>
              </a:rPr>
              <a:t>WORD </a:t>
            </a:r>
            <a:r>
              <a:rPr lang="en-US" altLang="ko-KR" sz="1100" dirty="0">
                <a:solidFill>
                  <a:schemeClr val="dk1"/>
                </a:solidFill>
              </a:rPr>
              <a:t>– Definition </a:t>
            </a:r>
          </a:p>
          <a:p>
            <a:pPr defTabSz="714192">
              <a:defRPr/>
            </a:pPr>
            <a:r>
              <a:rPr lang="en-US" altLang="ko-KR" sz="1100" b="1" dirty="0">
                <a:solidFill>
                  <a:schemeClr val="dk1"/>
                </a:solidFill>
              </a:rPr>
              <a:t>WORD </a:t>
            </a:r>
            <a:r>
              <a:rPr lang="en-US" altLang="ko-KR" sz="1100" dirty="0">
                <a:solidFill>
                  <a:schemeClr val="dk1"/>
                </a:solidFill>
              </a:rPr>
              <a:t>– Definition </a:t>
            </a:r>
          </a:p>
          <a:p>
            <a:pPr defTabSz="714192">
              <a:defRPr/>
            </a:pPr>
            <a:r>
              <a:rPr lang="en-US" altLang="ko-KR" sz="1100" b="1" dirty="0">
                <a:solidFill>
                  <a:schemeClr val="dk1"/>
                </a:solidFill>
              </a:rPr>
              <a:t>WORD </a:t>
            </a:r>
            <a:r>
              <a:rPr lang="en-US" altLang="ko-KR" sz="1100" dirty="0">
                <a:solidFill>
                  <a:schemeClr val="dk1"/>
                </a:solidFill>
              </a:rPr>
              <a:t>– Definition </a:t>
            </a:r>
          </a:p>
          <a:p>
            <a:pPr defTabSz="714192">
              <a:defRPr/>
            </a:pPr>
            <a:r>
              <a:rPr lang="en-US" altLang="ko-KR" sz="1100" b="1" dirty="0">
                <a:solidFill>
                  <a:schemeClr val="dk1"/>
                </a:solidFill>
              </a:rPr>
              <a:t>WORD </a:t>
            </a:r>
            <a:r>
              <a:rPr lang="en-US" altLang="ko-KR" sz="1100" dirty="0">
                <a:solidFill>
                  <a:schemeClr val="dk1"/>
                </a:solidFill>
              </a:rPr>
              <a:t>– Definition </a:t>
            </a:r>
          </a:p>
          <a:p>
            <a:pPr defTabSz="714192">
              <a:defRPr/>
            </a:pPr>
            <a:r>
              <a:rPr lang="en-US" altLang="ko-KR" sz="1100" b="1" dirty="0">
                <a:solidFill>
                  <a:schemeClr val="dk1"/>
                </a:solidFill>
              </a:rPr>
              <a:t>WORD </a:t>
            </a:r>
            <a:r>
              <a:rPr lang="en-US" altLang="ko-KR" sz="1100" dirty="0">
                <a:solidFill>
                  <a:schemeClr val="dk1"/>
                </a:solidFill>
              </a:rPr>
              <a:t>– Definition </a:t>
            </a:r>
          </a:p>
          <a:p>
            <a:pPr defTabSz="714192">
              <a:defRPr/>
            </a:pPr>
            <a:r>
              <a:rPr lang="en-US" altLang="ko-KR" sz="1100" b="1" dirty="0">
                <a:solidFill>
                  <a:schemeClr val="dk1"/>
                </a:solidFill>
              </a:rPr>
              <a:t>WORD </a:t>
            </a:r>
            <a:r>
              <a:rPr lang="en-US" altLang="ko-KR" sz="1100" dirty="0">
                <a:solidFill>
                  <a:schemeClr val="dk1"/>
                </a:solidFill>
              </a:rPr>
              <a:t>– Definition </a:t>
            </a:r>
          </a:p>
          <a:p>
            <a:pPr defTabSz="714192">
              <a:defRPr/>
            </a:pPr>
            <a:endParaRPr lang="en-US" altLang="ko-KR" sz="1100" dirty="0">
              <a:solidFill>
                <a:schemeClr val="dk1"/>
              </a:solidFill>
            </a:endParaRPr>
          </a:p>
        </p:txBody>
      </p:sp>
      <p:sp>
        <p:nvSpPr>
          <p:cNvPr id="24" name="Rectangle 23">
            <a:extLst>
              <a:ext uri="{FF2B5EF4-FFF2-40B4-BE49-F238E27FC236}">
                <a16:creationId xmlns:a16="http://schemas.microsoft.com/office/drawing/2014/main" id="{EA8B5E7C-2A8B-114E-18D6-B3F10DFE84FB}"/>
              </a:ext>
            </a:extLst>
          </p:cNvPr>
          <p:cNvSpPr/>
          <p:nvPr/>
        </p:nvSpPr>
        <p:spPr>
          <a:xfrm>
            <a:off x="477169" y="4154207"/>
            <a:ext cx="6175125" cy="635537"/>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5-7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Discussion questions should elicit discussion – do not use yes/no questions. Start the class with discussions questions, not “How was your weekend?”.</a:t>
            </a:r>
            <a:endParaRPr lang="ko-KR" altLang="ko-KR" sz="1100" i="1" dirty="0">
              <a:solidFill>
                <a:schemeClr val="tx1"/>
              </a:solidFill>
              <a:cs typeface="Arial"/>
            </a:endParaRPr>
          </a:p>
        </p:txBody>
      </p:sp>
    </p:spTree>
    <p:extLst>
      <p:ext uri="{BB962C8B-B14F-4D97-AF65-F5344CB8AC3E}">
        <p14:creationId xmlns:p14="http://schemas.microsoft.com/office/powerpoint/2010/main" val="2809150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44BF2B6-B250-289B-A012-97739D8DFE95}"/>
              </a:ext>
            </a:extLst>
          </p:cNvPr>
          <p:cNvGrpSpPr/>
          <p:nvPr/>
        </p:nvGrpSpPr>
        <p:grpSpPr>
          <a:xfrm>
            <a:off x="477168" y="1353525"/>
            <a:ext cx="6175125" cy="3846272"/>
            <a:chOff x="459000" y="5736308"/>
            <a:chExt cx="5940000" cy="3007776"/>
          </a:xfrm>
        </p:grpSpPr>
        <p:sp>
          <p:nvSpPr>
            <p:cNvPr id="3" name="Rectangle 2"/>
            <p:cNvSpPr/>
            <p:nvPr/>
          </p:nvSpPr>
          <p:spPr>
            <a:xfrm>
              <a:off x="459000" y="5736308"/>
              <a:ext cx="5940000" cy="159071"/>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Warm-up: </a:t>
              </a:r>
              <a:r>
                <a:rPr lang="en-US" altLang="ko-KR" sz="1100" i="1" dirty="0">
                  <a:solidFill>
                    <a:schemeClr val="tx1"/>
                  </a:solidFill>
                  <a:cs typeface="Arial"/>
                </a:rPr>
                <a:t>An engaging activity that subtly introduces the skill or the topic.</a:t>
              </a:r>
              <a:endParaRPr lang="ko-KR" altLang="ko-KR" sz="1100" i="1" dirty="0">
                <a:solidFill>
                  <a:schemeClr val="tx1"/>
                </a:solidFill>
                <a:cs typeface="Arial"/>
              </a:endParaRPr>
            </a:p>
          </p:txBody>
        </p:sp>
        <p:sp>
          <p:nvSpPr>
            <p:cNvPr id="4" name="TextBox 3"/>
            <p:cNvSpPr txBox="1"/>
            <p:nvPr/>
          </p:nvSpPr>
          <p:spPr>
            <a:xfrm>
              <a:off x="459000" y="6222249"/>
              <a:ext cx="5940000" cy="2521835"/>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Details </a:t>
              </a:r>
            </a:p>
            <a:p>
              <a:r>
                <a:rPr lang="en-US" altLang="ko-KR" sz="1100" dirty="0">
                  <a:solidFill>
                    <a:schemeClr val="dk1"/>
                  </a:solidFill>
                </a:rPr>
                <a:t>Instructions</a:t>
              </a:r>
              <a:endParaRPr lang="ko-KR" altLang="ko-KR" sz="1100" dirty="0"/>
            </a:p>
          </p:txBody>
        </p:sp>
        <p:sp>
          <p:nvSpPr>
            <p:cNvPr id="5" name="Rectangle 4">
              <a:extLst>
                <a:ext uri="{FF2B5EF4-FFF2-40B4-BE49-F238E27FC236}">
                  <a16:creationId xmlns:a16="http://schemas.microsoft.com/office/drawing/2014/main" id="{0BB5C8F6-D87C-D39B-BEF0-11425A174D72}"/>
                </a:ext>
              </a:extLst>
            </p:cNvPr>
            <p:cNvSpPr/>
            <p:nvPr/>
          </p:nvSpPr>
          <p:spPr>
            <a:xfrm>
              <a:off x="459000" y="5895379"/>
              <a:ext cx="5940000" cy="326871"/>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7-10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if the activity encourages participation from all students. Avoid yes/no interactions.</a:t>
              </a:r>
              <a:endParaRPr lang="ko-KR" altLang="ko-KR" sz="1100" i="1" dirty="0">
                <a:solidFill>
                  <a:schemeClr val="tx1"/>
                </a:solidFill>
                <a:cs typeface="Arial"/>
              </a:endParaRPr>
            </a:p>
          </p:txBody>
        </p:sp>
      </p:grpSp>
      <p:grpSp>
        <p:nvGrpSpPr>
          <p:cNvPr id="6" name="Group 5">
            <a:extLst>
              <a:ext uri="{FF2B5EF4-FFF2-40B4-BE49-F238E27FC236}">
                <a16:creationId xmlns:a16="http://schemas.microsoft.com/office/drawing/2014/main" id="{A384AA4A-B2CB-3E7B-2048-D594AD97B474}"/>
              </a:ext>
            </a:extLst>
          </p:cNvPr>
          <p:cNvGrpSpPr/>
          <p:nvPr/>
        </p:nvGrpSpPr>
        <p:grpSpPr>
          <a:xfrm>
            <a:off x="477169" y="5346848"/>
            <a:ext cx="6175125" cy="4288471"/>
            <a:chOff x="459000" y="1323381"/>
            <a:chExt cx="5940000" cy="4112503"/>
          </a:xfrm>
        </p:grpSpPr>
        <p:sp>
          <p:nvSpPr>
            <p:cNvPr id="7" name="Rectangle 6"/>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Practice: </a:t>
              </a:r>
              <a:r>
                <a:rPr lang="en-US" altLang="ko-KR" sz="1100" i="1" dirty="0">
                  <a:solidFill>
                    <a:schemeClr val="tx1"/>
                  </a:solidFill>
                  <a:cs typeface="Arial"/>
                </a:rPr>
                <a:t>Introduces and practices the skill.</a:t>
              </a:r>
              <a:endParaRPr lang="ko-KR" altLang="ko-KR" sz="1100" i="1" dirty="0">
                <a:solidFill>
                  <a:schemeClr val="tx1"/>
                </a:solidFill>
                <a:cs typeface="Arial"/>
              </a:endParaRPr>
            </a:p>
          </p:txBody>
        </p:sp>
        <p:sp>
          <p:nvSpPr>
            <p:cNvPr id="8" name="TextBox 7"/>
            <p:cNvSpPr txBox="1"/>
            <p:nvPr/>
          </p:nvSpPr>
          <p:spPr>
            <a:xfrm>
              <a:off x="459000" y="2354893"/>
              <a:ext cx="5940000" cy="3080991"/>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Details </a:t>
              </a:r>
            </a:p>
            <a:p>
              <a:r>
                <a:rPr lang="en-US" altLang="ko-KR" sz="1100" dirty="0">
                  <a:solidFill>
                    <a:schemeClr val="dk1"/>
                  </a:solidFill>
                </a:rPr>
                <a:t>Instructions</a:t>
              </a:r>
            </a:p>
            <a:p>
              <a:endParaRPr lang="en-US" altLang="ko-KR" sz="1100" dirty="0">
                <a:solidFill>
                  <a:schemeClr val="dk1"/>
                </a:solidFill>
              </a:endParaRPr>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en-US" altLang="ko-KR" sz="1100" dirty="0">
                <a:solidFill>
                  <a:srgbClr val="FF0000"/>
                </a:solidFill>
              </a:endParaRPr>
            </a:p>
            <a:p>
              <a:endParaRPr lang="en-US" altLang="ko-KR" sz="1100" b="1" dirty="0">
                <a:solidFill>
                  <a:schemeClr val="dk1"/>
                </a:solidFill>
              </a:endParaRPr>
            </a:p>
            <a:p>
              <a:endParaRPr lang="ko-KR" altLang="ko-KR" sz="1100" dirty="0">
                <a:solidFill>
                  <a:srgbClr val="FF0000"/>
                </a:solidFill>
              </a:endParaRPr>
            </a:p>
          </p:txBody>
        </p:sp>
        <p:sp>
          <p:nvSpPr>
            <p:cNvPr id="9" name="Rectangle 8">
              <a:extLst>
                <a:ext uri="{FF2B5EF4-FFF2-40B4-BE49-F238E27FC236}">
                  <a16:creationId xmlns:a16="http://schemas.microsoft.com/office/drawing/2014/main" id="{1C686B80-85D4-DA9A-4DC1-1AD9750FFC31}"/>
                </a:ext>
              </a:extLst>
            </p:cNvPr>
            <p:cNvSpPr/>
            <p:nvPr/>
          </p:nvSpPr>
          <p:spPr>
            <a:xfrm>
              <a:off x="459000" y="1539380"/>
              <a:ext cx="5940000" cy="81551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10-15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interactions and opportunities for students to use English. Pair and group work for later practices is ideal. Activities should normally increase in difficulty and build on each other with the aim of enabling students to freely use the skill in the production.</a:t>
              </a:r>
              <a:endParaRPr lang="ko-KR" altLang="ko-KR" sz="1100" i="1" dirty="0">
                <a:solidFill>
                  <a:schemeClr val="tx1"/>
                </a:solidFill>
                <a:cs typeface="Arial"/>
              </a:endParaRPr>
            </a:p>
          </p:txBody>
        </p:sp>
      </p:grpSp>
    </p:spTree>
    <p:extLst>
      <p:ext uri="{BB962C8B-B14F-4D97-AF65-F5344CB8AC3E}">
        <p14:creationId xmlns:p14="http://schemas.microsoft.com/office/powerpoint/2010/main" val="3433580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1614564201"/>
              </p:ext>
            </p:extLst>
          </p:nvPr>
        </p:nvGraphicFramePr>
        <p:xfrm>
          <a:off x="604024" y="3175108"/>
          <a:ext cx="5921415" cy="375404"/>
        </p:xfrm>
        <a:graphic>
          <a:graphicData uri="http://schemas.openxmlformats.org/drawingml/2006/table">
            <a:tbl>
              <a:tblPr firstRow="1" bandRow="1">
                <a:tableStyleId>{5C22544A-7EE6-4342-B048-85BDC9FD1C3A}</a:tableStyleId>
              </a:tblPr>
              <a:tblGrid>
                <a:gridCol w="1184283">
                  <a:extLst>
                    <a:ext uri="{9D8B030D-6E8A-4147-A177-3AD203B41FA5}">
                      <a16:colId xmlns:a16="http://schemas.microsoft.com/office/drawing/2014/main" val="20000"/>
                    </a:ext>
                  </a:extLst>
                </a:gridCol>
                <a:gridCol w="1184283">
                  <a:extLst>
                    <a:ext uri="{9D8B030D-6E8A-4147-A177-3AD203B41FA5}">
                      <a16:colId xmlns:a16="http://schemas.microsoft.com/office/drawing/2014/main" val="20001"/>
                    </a:ext>
                  </a:extLst>
                </a:gridCol>
                <a:gridCol w="1184283">
                  <a:extLst>
                    <a:ext uri="{9D8B030D-6E8A-4147-A177-3AD203B41FA5}">
                      <a16:colId xmlns:a16="http://schemas.microsoft.com/office/drawing/2014/main" val="20002"/>
                    </a:ext>
                  </a:extLst>
                </a:gridCol>
                <a:gridCol w="1184283">
                  <a:extLst>
                    <a:ext uri="{9D8B030D-6E8A-4147-A177-3AD203B41FA5}">
                      <a16:colId xmlns:a16="http://schemas.microsoft.com/office/drawing/2014/main" val="20003"/>
                    </a:ext>
                  </a:extLst>
                </a:gridCol>
                <a:gridCol w="1184283">
                  <a:extLst>
                    <a:ext uri="{9D8B030D-6E8A-4147-A177-3AD203B41FA5}">
                      <a16:colId xmlns:a16="http://schemas.microsoft.com/office/drawing/2014/main" val="20004"/>
                    </a:ext>
                  </a:extLst>
                </a:gridCol>
              </a:tblGrid>
              <a:tr h="187702">
                <a:tc>
                  <a:txBody>
                    <a:bodyPr/>
                    <a:lstStyle/>
                    <a:p>
                      <a:r>
                        <a:rPr lang="en-US" sz="1100" b="0" dirty="0">
                          <a:solidFill>
                            <a:srgbClr val="FF0000"/>
                          </a:solidFill>
                          <a:effectLst/>
                        </a:rPr>
                        <a:t>1)</a:t>
                      </a:r>
                      <a:r>
                        <a:rPr lang="en-US" sz="1100" b="0" baseline="0" dirty="0">
                          <a:solidFill>
                            <a:srgbClr val="FF0000"/>
                          </a:solidFill>
                          <a:effectLst/>
                        </a:rPr>
                        <a:t> </a:t>
                      </a:r>
                      <a:endParaRPr lang="en-US" sz="1100" b="0" dirty="0">
                        <a:solidFill>
                          <a:srgbClr val="FF0000"/>
                        </a:solidFill>
                        <a:effectLst/>
                      </a:endParaRP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2)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3)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4)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5)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187702">
                <a:tc>
                  <a:txBody>
                    <a:bodyPr/>
                    <a:lstStyle/>
                    <a:p>
                      <a:r>
                        <a:rPr lang="en-US" sz="1100" b="0" dirty="0">
                          <a:solidFill>
                            <a:srgbClr val="FF0000"/>
                          </a:solidFill>
                          <a:effectLst/>
                        </a:rPr>
                        <a:t>6)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7)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8)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9)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100" b="0" dirty="0">
                          <a:solidFill>
                            <a:srgbClr val="FF0000"/>
                          </a:solidFill>
                          <a:effectLst/>
                        </a:rPr>
                        <a:t>10) </a:t>
                      </a:r>
                    </a:p>
                  </a:txBody>
                  <a:tcPr marL="37425" marR="37425"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10" name="Group 9">
            <a:extLst>
              <a:ext uri="{FF2B5EF4-FFF2-40B4-BE49-F238E27FC236}">
                <a16:creationId xmlns:a16="http://schemas.microsoft.com/office/drawing/2014/main" id="{A384AA4A-B2CB-3E7B-2048-D594AD97B474}"/>
              </a:ext>
            </a:extLst>
          </p:cNvPr>
          <p:cNvGrpSpPr/>
          <p:nvPr/>
        </p:nvGrpSpPr>
        <p:grpSpPr>
          <a:xfrm>
            <a:off x="477169" y="1380006"/>
            <a:ext cx="6175125" cy="8244643"/>
            <a:chOff x="459000" y="1323381"/>
            <a:chExt cx="5940000" cy="7906342"/>
          </a:xfrm>
        </p:grpSpPr>
        <p:sp>
          <p:nvSpPr>
            <p:cNvPr id="11" name="Rectangle 10"/>
            <p:cNvSpPr/>
            <p:nvPr/>
          </p:nvSpPr>
          <p:spPr>
            <a:xfrm>
              <a:off x="459000" y="1323381"/>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Practice: </a:t>
              </a:r>
              <a:r>
                <a:rPr lang="en-US" altLang="ko-KR" sz="1100" i="1" dirty="0">
                  <a:solidFill>
                    <a:schemeClr val="tx1"/>
                  </a:solidFill>
                  <a:cs typeface="Arial"/>
                </a:rPr>
                <a:t>Introduces and practices the skill.</a:t>
              </a:r>
              <a:endParaRPr lang="ko-KR" altLang="ko-KR" sz="1100" i="1" dirty="0">
                <a:solidFill>
                  <a:schemeClr val="tx1"/>
                </a:solidFill>
                <a:cs typeface="Arial"/>
              </a:endParaRPr>
            </a:p>
          </p:txBody>
        </p:sp>
        <p:sp>
          <p:nvSpPr>
            <p:cNvPr id="12" name="TextBox 11"/>
            <p:cNvSpPr txBox="1"/>
            <p:nvPr/>
          </p:nvSpPr>
          <p:spPr>
            <a:xfrm>
              <a:off x="459000" y="2354892"/>
              <a:ext cx="5940000" cy="6874831"/>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2: Title </a:t>
              </a:r>
            </a:p>
            <a:p>
              <a:r>
                <a:rPr lang="en-US" altLang="ko-KR" sz="1100" b="1" dirty="0">
                  <a:solidFill>
                    <a:schemeClr val="dk1"/>
                  </a:solidFill>
                </a:rPr>
                <a:t>Purpose: Details </a:t>
              </a:r>
            </a:p>
            <a:p>
              <a:r>
                <a:rPr lang="en-US" altLang="ko-KR" sz="1100" dirty="0">
                  <a:solidFill>
                    <a:schemeClr val="dk1"/>
                  </a:solidFill>
                </a:rPr>
                <a:t>Instructions</a:t>
              </a:r>
            </a:p>
            <a:p>
              <a:endParaRPr lang="en-US" altLang="ko-KR" sz="1100" b="1" u="sng" dirty="0"/>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en-US" altLang="ko-KR" sz="1100" dirty="0">
                <a:solidFill>
                  <a:srgbClr val="FF0000"/>
                </a:solidFill>
              </a:endParaRPr>
            </a:p>
            <a:p>
              <a:endParaRPr lang="en-US" altLang="ko-KR" sz="1100" dirty="0">
                <a:solidFill>
                  <a:srgbClr val="FF0000"/>
                </a:solidFill>
              </a:endParaRPr>
            </a:p>
            <a:p>
              <a:r>
                <a:rPr lang="en-US" altLang="ko-KR" sz="1100" b="1" dirty="0">
                  <a:solidFill>
                    <a:schemeClr val="dk1"/>
                  </a:solidFill>
                </a:rPr>
                <a:t>Part 3: Title</a:t>
              </a:r>
            </a:p>
            <a:p>
              <a:r>
                <a:rPr lang="en-US" altLang="ko-KR" sz="1100" b="1" dirty="0">
                  <a:solidFill>
                    <a:schemeClr val="dk1"/>
                  </a:solidFill>
                </a:rPr>
                <a:t>Purpose: Details </a:t>
              </a:r>
            </a:p>
            <a:p>
              <a:r>
                <a:rPr lang="en-US" altLang="ko-KR" sz="1100" dirty="0">
                  <a:solidFill>
                    <a:schemeClr val="dk1"/>
                  </a:solidFill>
                </a:rPr>
                <a:t>Instructions</a:t>
              </a:r>
            </a:p>
            <a:p>
              <a:endParaRPr lang="ko-KR" altLang="ko-KR" sz="1100" dirty="0">
                <a:solidFill>
                  <a:srgbClr val="FF0000"/>
                </a:solidFill>
              </a:endParaRPr>
            </a:p>
            <a:p>
              <a:r>
                <a:rPr lang="en-US" altLang="ko-KR" sz="1100" b="1" u="sng" dirty="0">
                  <a:solidFill>
                    <a:srgbClr val="FF0000"/>
                  </a:solidFill>
                </a:rPr>
                <a:t>Answer Key:</a:t>
              </a:r>
              <a:endParaRPr lang="ko-KR" altLang="ko-KR" sz="1100" dirty="0">
                <a:solidFill>
                  <a:srgbClr val="FF0000"/>
                </a:solidFill>
              </a:endParaRPr>
            </a:p>
            <a:p>
              <a:r>
                <a:rPr lang="en-US" altLang="ko-KR" sz="1100" dirty="0">
                  <a:solidFill>
                    <a:srgbClr val="FF0000"/>
                  </a:solidFill>
                </a:rPr>
                <a:t>Answers</a:t>
              </a:r>
            </a:p>
            <a:p>
              <a:endParaRPr lang="ko-KR" altLang="ko-KR" sz="1100" dirty="0">
                <a:solidFill>
                  <a:srgbClr val="FF0000"/>
                </a:solidFill>
              </a:endParaRPr>
            </a:p>
          </p:txBody>
        </p:sp>
        <p:sp>
          <p:nvSpPr>
            <p:cNvPr id="13" name="Rectangle 12">
              <a:extLst>
                <a:ext uri="{FF2B5EF4-FFF2-40B4-BE49-F238E27FC236}">
                  <a16:creationId xmlns:a16="http://schemas.microsoft.com/office/drawing/2014/main" id="{1C686B80-85D4-DA9A-4DC1-1AD9750FFC31}"/>
                </a:ext>
              </a:extLst>
            </p:cNvPr>
            <p:cNvSpPr/>
            <p:nvPr/>
          </p:nvSpPr>
          <p:spPr>
            <a:xfrm>
              <a:off x="459000" y="1539380"/>
              <a:ext cx="5940000" cy="81551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10-15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Consider interactions and opportunities for students to use English. Pair and group work for later practices is ideal. Activities should normally increase in difficulty and build on each other with the aim of enabling students to freely use the skill in the production.</a:t>
              </a:r>
              <a:endParaRPr lang="ko-KR" altLang="ko-KR" sz="1100" i="1" dirty="0">
                <a:solidFill>
                  <a:schemeClr val="tx1"/>
                </a:solidFill>
                <a:cs typeface="Arial"/>
              </a:endParaRPr>
            </a:p>
          </p:txBody>
        </p:sp>
      </p:grpSp>
    </p:spTree>
    <p:extLst>
      <p:ext uri="{BB962C8B-B14F-4D97-AF65-F5344CB8AC3E}">
        <p14:creationId xmlns:p14="http://schemas.microsoft.com/office/powerpoint/2010/main" val="202353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77169" y="9339477"/>
            <a:ext cx="6175125" cy="28517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t" anchorCtr="0">
            <a:normAutofit/>
          </a:bodyPr>
          <a:lstStyle/>
          <a:p>
            <a:pPr>
              <a:lnSpc>
                <a:spcPct val="107000"/>
              </a:lnSpc>
            </a:pPr>
            <a:r>
              <a:rPr lang="en-US" altLang="ko-KR" sz="1100" b="1" i="1" dirty="0">
                <a:solidFill>
                  <a:schemeClr val="tx1"/>
                </a:solidFill>
                <a:cs typeface="Arial"/>
              </a:rPr>
              <a:t>Notes:</a:t>
            </a:r>
            <a:endParaRPr lang="ko-KR" altLang="ko-KR" sz="1100" dirty="0">
              <a:solidFill>
                <a:schemeClr val="tx1"/>
              </a:solidFill>
              <a:cs typeface="Arial"/>
            </a:endParaRPr>
          </a:p>
        </p:txBody>
      </p:sp>
      <p:grpSp>
        <p:nvGrpSpPr>
          <p:cNvPr id="6" name="Group 5"/>
          <p:cNvGrpSpPr/>
          <p:nvPr/>
        </p:nvGrpSpPr>
        <p:grpSpPr>
          <a:xfrm>
            <a:off x="477169" y="1371917"/>
            <a:ext cx="6175125" cy="5604964"/>
            <a:chOff x="477169" y="1371917"/>
            <a:chExt cx="6175125" cy="5604964"/>
          </a:xfrm>
        </p:grpSpPr>
        <p:sp>
          <p:nvSpPr>
            <p:cNvPr id="15" name="Rectangle 14"/>
            <p:cNvSpPr/>
            <p:nvPr/>
          </p:nvSpPr>
          <p:spPr>
            <a:xfrm>
              <a:off x="477169" y="1371917"/>
              <a:ext cx="6175125" cy="2286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Production: </a:t>
              </a:r>
              <a:r>
                <a:rPr lang="en-US" altLang="ko-KR" sz="1100" i="1" dirty="0">
                  <a:solidFill>
                    <a:schemeClr val="tx1"/>
                  </a:solidFill>
                  <a:cs typeface="Arial"/>
                </a:rPr>
                <a:t>Combines the focus and skill of the lesson in a student-centered activity.</a:t>
              </a:r>
              <a:endParaRPr lang="ko-KR" altLang="ko-KR" sz="1100" i="1" dirty="0">
                <a:solidFill>
                  <a:schemeClr val="tx1"/>
                </a:solidFill>
                <a:cs typeface="Arial"/>
              </a:endParaRPr>
            </a:p>
          </p:txBody>
        </p:sp>
        <p:sp>
          <p:nvSpPr>
            <p:cNvPr id="16" name="TextBox 15"/>
            <p:cNvSpPr txBox="1"/>
            <p:nvPr/>
          </p:nvSpPr>
          <p:spPr>
            <a:xfrm>
              <a:off x="477169" y="2020389"/>
              <a:ext cx="6175125" cy="4956492"/>
            </a:xfrm>
            <a:prstGeom prst="rect">
              <a:avLst/>
            </a:prstGeom>
            <a:solidFill>
              <a:schemeClr val="bg1"/>
            </a:solidFill>
            <a:ln>
              <a:solidFill>
                <a:schemeClr val="tx1"/>
              </a:solidFill>
            </a:ln>
          </p:spPr>
          <p:txBody>
            <a:bodyPr wrap="square" rtlCol="0" anchor="t" anchorCtr="0">
              <a:normAutofit/>
            </a:bodyPr>
            <a:lstStyle/>
            <a:p>
              <a:r>
                <a:rPr lang="en-US" altLang="ko-KR" sz="1100" b="1" dirty="0">
                  <a:solidFill>
                    <a:schemeClr val="dk1"/>
                  </a:solidFill>
                </a:rPr>
                <a:t>Part 1: Title </a:t>
              </a:r>
            </a:p>
            <a:p>
              <a:r>
                <a:rPr lang="en-US" altLang="ko-KR" sz="1100" b="1" dirty="0">
                  <a:solidFill>
                    <a:schemeClr val="dk1"/>
                  </a:solidFill>
                </a:rPr>
                <a:t>Purpose: Details</a:t>
              </a:r>
              <a:endParaRPr lang="ko-KR" altLang="ko-KR" sz="1100" dirty="0"/>
            </a:p>
            <a:p>
              <a:r>
                <a:rPr lang="en-US" altLang="ko-KR" sz="1100" dirty="0">
                  <a:solidFill>
                    <a:schemeClr val="dk1"/>
                  </a:solidFill>
                </a:rPr>
                <a:t>Instructions</a:t>
              </a:r>
              <a:endParaRPr lang="ko-KR" altLang="ko-KR" sz="1100" dirty="0"/>
            </a:p>
          </p:txBody>
        </p:sp>
        <p:sp>
          <p:nvSpPr>
            <p:cNvPr id="2" name="Rectangle 1">
              <a:extLst>
                <a:ext uri="{FF2B5EF4-FFF2-40B4-BE49-F238E27FC236}">
                  <a16:creationId xmlns:a16="http://schemas.microsoft.com/office/drawing/2014/main" id="{91A61F44-BB6E-BDD9-CCF6-A87D79A13D59}"/>
                </a:ext>
              </a:extLst>
            </p:cNvPr>
            <p:cNvSpPr/>
            <p:nvPr/>
          </p:nvSpPr>
          <p:spPr>
            <a:xfrm>
              <a:off x="477169" y="1599765"/>
              <a:ext cx="6175125" cy="42062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25-30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Aims to push students and their abilities. </a:t>
              </a:r>
              <a:endParaRPr lang="ko-KR" altLang="ko-KR" sz="1100" i="1" dirty="0">
                <a:solidFill>
                  <a:schemeClr val="tx1"/>
                </a:solidFill>
                <a:cs typeface="Arial"/>
              </a:endParaRPr>
            </a:p>
          </p:txBody>
        </p:sp>
      </p:grpSp>
      <p:grpSp>
        <p:nvGrpSpPr>
          <p:cNvPr id="5" name="Group 4">
            <a:extLst>
              <a:ext uri="{FF2B5EF4-FFF2-40B4-BE49-F238E27FC236}">
                <a16:creationId xmlns:a16="http://schemas.microsoft.com/office/drawing/2014/main" id="{D753F414-2AD2-729E-2A7A-3392F8A506D2}"/>
              </a:ext>
            </a:extLst>
          </p:cNvPr>
          <p:cNvGrpSpPr/>
          <p:nvPr/>
        </p:nvGrpSpPr>
        <p:grpSpPr>
          <a:xfrm>
            <a:off x="477169" y="7205902"/>
            <a:ext cx="6175125" cy="1909189"/>
            <a:chOff x="459000" y="6910224"/>
            <a:chExt cx="5940000" cy="1830850"/>
          </a:xfrm>
        </p:grpSpPr>
        <p:sp>
          <p:nvSpPr>
            <p:cNvPr id="18" name="Rectangle 17"/>
            <p:cNvSpPr/>
            <p:nvPr/>
          </p:nvSpPr>
          <p:spPr>
            <a:xfrm>
              <a:off x="459000" y="6910224"/>
              <a:ext cx="5940000"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US" altLang="ko-KR" sz="1100" b="1" i="1" dirty="0">
                  <a:solidFill>
                    <a:schemeClr val="tx1"/>
                  </a:solidFill>
                  <a:cs typeface="Arial"/>
                </a:rPr>
                <a:t>Closure: </a:t>
              </a:r>
              <a:r>
                <a:rPr lang="en-US" altLang="ko-KR" sz="1100" i="1" dirty="0">
                  <a:solidFill>
                    <a:schemeClr val="tx1"/>
                  </a:solidFill>
                  <a:cs typeface="Arial"/>
                </a:rPr>
                <a:t>A time for the students to reflect on what they have learned in the class.</a:t>
              </a:r>
              <a:endParaRPr lang="ko-KR" altLang="ko-KR" sz="1100" i="1" dirty="0">
                <a:solidFill>
                  <a:schemeClr val="tx1"/>
                </a:solidFill>
                <a:cs typeface="Arial"/>
              </a:endParaRPr>
            </a:p>
          </p:txBody>
        </p:sp>
        <p:sp>
          <p:nvSpPr>
            <p:cNvPr id="19" name="TextBox 18"/>
            <p:cNvSpPr txBox="1"/>
            <p:nvPr/>
          </p:nvSpPr>
          <p:spPr>
            <a:xfrm>
              <a:off x="459000" y="7520507"/>
              <a:ext cx="5940000" cy="1220567"/>
            </a:xfrm>
            <a:prstGeom prst="rect">
              <a:avLst/>
            </a:prstGeom>
            <a:solidFill>
              <a:schemeClr val="bg1"/>
            </a:solidFill>
            <a:ln>
              <a:solidFill>
                <a:schemeClr val="tx1"/>
              </a:solidFill>
            </a:ln>
          </p:spPr>
          <p:txBody>
            <a:bodyPr wrap="square" rtlCol="0">
              <a:normAutofit/>
            </a:bodyPr>
            <a:lstStyle/>
            <a:p>
              <a:r>
                <a:rPr lang="en-US" altLang="ko-KR" sz="1100" b="1" dirty="0">
                  <a:solidFill>
                    <a:schemeClr val="dk1"/>
                  </a:solidFill>
                </a:rPr>
                <a:t>Part 1: Title</a:t>
              </a:r>
            </a:p>
            <a:p>
              <a:r>
                <a:rPr lang="en-US" altLang="ko-KR" sz="1100" b="1" dirty="0">
                  <a:solidFill>
                    <a:schemeClr val="dk1"/>
                  </a:solidFill>
                </a:rPr>
                <a:t>Purpose: Details </a:t>
              </a:r>
            </a:p>
            <a:p>
              <a:r>
                <a:rPr lang="en-US" altLang="ko-KR" sz="1100" dirty="0">
                  <a:solidFill>
                    <a:schemeClr val="dk1"/>
                  </a:solidFill>
                </a:rPr>
                <a:t>Instructions</a:t>
              </a:r>
              <a:endParaRPr lang="ko-KR" altLang="ko-KR" sz="1100" dirty="0"/>
            </a:p>
          </p:txBody>
        </p:sp>
        <p:sp>
          <p:nvSpPr>
            <p:cNvPr id="4" name="Rectangle 3">
              <a:extLst>
                <a:ext uri="{FF2B5EF4-FFF2-40B4-BE49-F238E27FC236}">
                  <a16:creationId xmlns:a16="http://schemas.microsoft.com/office/drawing/2014/main" id="{5BA569FF-FCA3-D19C-E2ED-7063F9099946}"/>
                </a:ext>
              </a:extLst>
            </p:cNvPr>
            <p:cNvSpPr/>
            <p:nvPr/>
          </p:nvSpPr>
          <p:spPr>
            <a:xfrm>
              <a:off x="459000" y="7126225"/>
              <a:ext cx="5940000" cy="397216"/>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pPr>
              <a:r>
                <a:rPr lang="en-GB" altLang="ko-KR" sz="1100" b="1" i="1" dirty="0">
                  <a:solidFill>
                    <a:schemeClr val="tx1"/>
                  </a:solidFill>
                  <a:cs typeface="Arial"/>
                </a:rPr>
                <a:t>Timing</a:t>
              </a:r>
              <a:r>
                <a:rPr lang="en-GB" altLang="ko-KR" sz="1100" i="1" dirty="0">
                  <a:solidFill>
                    <a:schemeClr val="tx1"/>
                  </a:solidFill>
                  <a:cs typeface="Arial"/>
                </a:rPr>
                <a:t>: Under 5 minutes.</a:t>
              </a:r>
              <a:br>
                <a:rPr lang="en-GB" altLang="ko-KR" sz="1100" i="1" dirty="0">
                  <a:solidFill>
                    <a:schemeClr val="tx1"/>
                  </a:solidFill>
                  <a:cs typeface="Arial"/>
                </a:rPr>
              </a:br>
              <a:r>
                <a:rPr lang="en-GB" altLang="ko-KR" sz="1100" b="1" i="1" dirty="0">
                  <a:solidFill>
                    <a:schemeClr val="tx1"/>
                  </a:solidFill>
                  <a:cs typeface="Arial"/>
                </a:rPr>
                <a:t>Notes</a:t>
              </a:r>
              <a:r>
                <a:rPr lang="en-GB" altLang="ko-KR" sz="1100" i="1" dirty="0">
                  <a:solidFill>
                    <a:schemeClr val="tx1"/>
                  </a:solidFill>
                  <a:cs typeface="Arial"/>
                </a:rPr>
                <a:t>: Sharing the production activity is not a closure.</a:t>
              </a:r>
              <a:endParaRPr lang="ko-KR" altLang="ko-KR" sz="1100" i="1" dirty="0">
                <a:solidFill>
                  <a:schemeClr val="tx1"/>
                </a:solidFill>
                <a:cs typeface="Arial"/>
              </a:endParaRPr>
            </a:p>
          </p:txBody>
        </p:sp>
      </p:grpSp>
    </p:spTree>
    <p:extLst>
      <p:ext uri="{BB962C8B-B14F-4D97-AF65-F5344CB8AC3E}">
        <p14:creationId xmlns:p14="http://schemas.microsoft.com/office/powerpoint/2010/main" val="22448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ligning Box">
            <a:extLst>
              <a:ext uri="{FF2B5EF4-FFF2-40B4-BE49-F238E27FC236}">
                <a16:creationId xmlns:a16="http://schemas.microsoft.com/office/drawing/2014/main" id="{86BA1CE6-FDE6-6FE8-CBE7-9D9CFB9B50D4}"/>
              </a:ext>
            </a:extLst>
          </p:cNvPr>
          <p:cNvSpPr/>
          <p:nvPr/>
        </p:nvSpPr>
        <p:spPr>
          <a:xfrm>
            <a:off x="350195" y="1636002"/>
            <a:ext cx="6476696" cy="81321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7792" tIns="43896" rIns="87792" bIns="43896" rtlCol="0" anchor="ctr"/>
          <a:lstStyle/>
          <a:p>
            <a:pPr algn="ctr"/>
            <a:r>
              <a:rPr lang="en-US" altLang="ko-KR" dirty="0">
                <a:solidFill>
                  <a:srgbClr val="FF0000"/>
                </a:solidFill>
              </a:rPr>
              <a:t>Use this box as a guide for aligning and delete after</a:t>
            </a:r>
            <a:endParaRPr lang="en-US" dirty="0">
              <a:solidFill>
                <a:srgbClr val="FF0000"/>
              </a:solidFill>
            </a:endParaRPr>
          </a:p>
        </p:txBody>
      </p:sp>
      <p:sp>
        <p:nvSpPr>
          <p:cNvPr id="5" name="Delete Note"/>
          <p:cNvSpPr/>
          <p:nvPr/>
        </p:nvSpPr>
        <p:spPr>
          <a:xfrm>
            <a:off x="1679385" y="4238115"/>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
        <p:nvSpPr>
          <p:cNvPr id="4" name="Text">
            <a:extLst>
              <a:ext uri="{FF2B5EF4-FFF2-40B4-BE49-F238E27FC236}">
                <a16:creationId xmlns:a16="http://schemas.microsoft.com/office/drawing/2014/main" id="{06131E9F-B8C2-0A44-A82A-9641296AD677}"/>
              </a:ext>
            </a:extLst>
          </p:cNvPr>
          <p:cNvSpPr/>
          <p:nvPr/>
        </p:nvSpPr>
        <p:spPr>
          <a:xfrm>
            <a:off x="350195" y="1700380"/>
            <a:ext cx="6476696"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3" name="Directions">
            <a:extLst>
              <a:ext uri="{FF2B5EF4-FFF2-40B4-BE49-F238E27FC236}">
                <a16:creationId xmlns:a16="http://schemas.microsoft.com/office/drawing/2014/main" id="{FCB5E974-83B1-2769-F33E-06CF29DA9380}"/>
              </a:ext>
            </a:extLst>
          </p:cNvPr>
          <p:cNvSpPr txBox="1"/>
          <p:nvPr/>
        </p:nvSpPr>
        <p:spPr>
          <a:xfrm>
            <a:off x="1552412" y="1260599"/>
            <a:ext cx="5274479" cy="375404"/>
          </a:xfrm>
          <a:prstGeom prst="rect">
            <a:avLst/>
          </a:prstGeom>
          <a:noFill/>
          <a:ln w="6350">
            <a:noFill/>
          </a:ln>
          <a:effectLst/>
        </p:spPr>
        <p:txBody>
          <a:bodyPr wrap="square" lIns="95226" tIns="47613" rIns="95226" bIns="47613" rtlCol="0" anchor="t" anchorCtr="0">
            <a:noAutofit/>
          </a:bodyPr>
          <a:lstStyle/>
          <a:p>
            <a:r>
              <a:rPr lang="en-US" sz="1500" dirty="0"/>
              <a:t>Give details </a:t>
            </a:r>
            <a:r>
              <a:rPr lang="en-US" altLang="ko-KR" sz="1500" dirty="0"/>
              <a:t>here</a:t>
            </a:r>
            <a:endParaRPr lang="en-US" sz="1500" dirty="0"/>
          </a:p>
        </p:txBody>
      </p:sp>
      <p:sp>
        <p:nvSpPr>
          <p:cNvPr id="8" name="Directions Heading"/>
          <p:cNvSpPr/>
          <p:nvPr/>
        </p:nvSpPr>
        <p:spPr>
          <a:xfrm>
            <a:off x="350196" y="1324976"/>
            <a:ext cx="1202216" cy="246650"/>
          </a:xfrm>
          <a:prstGeom prst="roundRect">
            <a:avLst>
              <a:gd name="adj" fmla="val 50000"/>
            </a:avLst>
          </a:prstGeom>
          <a:solidFill>
            <a:srgbClr val="3030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500" b="1" dirty="0">
                <a:solidFill>
                  <a:schemeClr val="bg1"/>
                </a:solidFill>
              </a:rPr>
              <a:t>Directions</a:t>
            </a:r>
            <a:endParaRPr lang="ko-KR" altLang="en-US" sz="1500" b="1" dirty="0">
              <a:solidFill>
                <a:schemeClr val="bg1"/>
              </a:solidFill>
            </a:endParaRPr>
          </a:p>
        </p:txBody>
      </p:sp>
    </p:spTree>
    <p:extLst>
      <p:ext uri="{BB962C8B-B14F-4D97-AF65-F5344CB8AC3E}">
        <p14:creationId xmlns:p14="http://schemas.microsoft.com/office/powerpoint/2010/main" val="309796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ligning Box 2">
            <a:extLst>
              <a:ext uri="{FF2B5EF4-FFF2-40B4-BE49-F238E27FC236}">
                <a16:creationId xmlns:a16="http://schemas.microsoft.com/office/drawing/2014/main" id="{86BA1CE6-FDE6-6FE8-CBE7-9D9CFB9B50D4}"/>
              </a:ext>
            </a:extLst>
          </p:cNvPr>
          <p:cNvSpPr/>
          <p:nvPr/>
        </p:nvSpPr>
        <p:spPr>
          <a:xfrm>
            <a:off x="350195" y="5986369"/>
            <a:ext cx="6476696" cy="37818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7792" tIns="43896" rIns="87792" bIns="43896" rtlCol="0" anchor="ctr"/>
          <a:lstStyle/>
          <a:p>
            <a:pPr algn="ctr"/>
            <a:r>
              <a:rPr lang="en-US" altLang="ko-KR" dirty="0">
                <a:solidFill>
                  <a:srgbClr val="FF0000"/>
                </a:solidFill>
              </a:rPr>
              <a:t>Use this box as a guide for aligning and delete after</a:t>
            </a:r>
            <a:endParaRPr lang="en-US" dirty="0">
              <a:solidFill>
                <a:srgbClr val="FF0000"/>
              </a:solidFill>
            </a:endParaRPr>
          </a:p>
        </p:txBody>
      </p:sp>
      <p:sp>
        <p:nvSpPr>
          <p:cNvPr id="11" name="Aligning Box 1">
            <a:extLst>
              <a:ext uri="{FF2B5EF4-FFF2-40B4-BE49-F238E27FC236}">
                <a16:creationId xmlns:a16="http://schemas.microsoft.com/office/drawing/2014/main" id="{86BA1CE6-FDE6-6FE8-CBE7-9D9CFB9B50D4}"/>
              </a:ext>
            </a:extLst>
          </p:cNvPr>
          <p:cNvSpPr/>
          <p:nvPr/>
        </p:nvSpPr>
        <p:spPr>
          <a:xfrm>
            <a:off x="350195" y="1636002"/>
            <a:ext cx="6476696" cy="37818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7792" tIns="43896" rIns="87792" bIns="43896" rtlCol="0" anchor="ctr"/>
          <a:lstStyle/>
          <a:p>
            <a:pPr algn="ctr"/>
            <a:r>
              <a:rPr lang="en-US" altLang="ko-KR" dirty="0">
                <a:solidFill>
                  <a:srgbClr val="FF0000"/>
                </a:solidFill>
              </a:rPr>
              <a:t>Use this box as a guide for aligning and delete after</a:t>
            </a:r>
            <a:endParaRPr lang="en-US" dirty="0">
              <a:solidFill>
                <a:srgbClr val="FF0000"/>
              </a:solidFill>
            </a:endParaRPr>
          </a:p>
        </p:txBody>
      </p:sp>
      <p:sp>
        <p:nvSpPr>
          <p:cNvPr id="8" name="Task 2 Text">
            <a:extLst>
              <a:ext uri="{FF2B5EF4-FFF2-40B4-BE49-F238E27FC236}">
                <a16:creationId xmlns:a16="http://schemas.microsoft.com/office/drawing/2014/main" id="{06131E9F-B8C2-0A44-A82A-9641296AD677}"/>
              </a:ext>
            </a:extLst>
          </p:cNvPr>
          <p:cNvSpPr/>
          <p:nvPr/>
        </p:nvSpPr>
        <p:spPr>
          <a:xfrm>
            <a:off x="350195" y="5986369"/>
            <a:ext cx="6476696"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9" name="Task 2 Directions">
            <a:extLst>
              <a:ext uri="{FF2B5EF4-FFF2-40B4-BE49-F238E27FC236}">
                <a16:creationId xmlns:a16="http://schemas.microsoft.com/office/drawing/2014/main" id="{FCB5E974-83B1-2769-F33E-06CF29DA9380}"/>
              </a:ext>
            </a:extLst>
          </p:cNvPr>
          <p:cNvSpPr txBox="1"/>
          <p:nvPr/>
        </p:nvSpPr>
        <p:spPr>
          <a:xfrm>
            <a:off x="1552412" y="5546588"/>
            <a:ext cx="5274479" cy="375404"/>
          </a:xfrm>
          <a:prstGeom prst="rect">
            <a:avLst/>
          </a:prstGeom>
          <a:noFill/>
          <a:ln w="6350">
            <a:noFill/>
          </a:ln>
          <a:effectLst/>
        </p:spPr>
        <p:txBody>
          <a:bodyPr wrap="square" lIns="95226" tIns="47613" rIns="95226" bIns="47613" rtlCol="0" anchor="t" anchorCtr="0">
            <a:noAutofit/>
          </a:bodyPr>
          <a:lstStyle/>
          <a:p>
            <a:r>
              <a:rPr lang="en-US" sz="1500" dirty="0"/>
              <a:t>Give details </a:t>
            </a:r>
            <a:r>
              <a:rPr lang="en-US" altLang="ko-KR" sz="1500" dirty="0"/>
              <a:t>here</a:t>
            </a:r>
            <a:endParaRPr lang="en-US" sz="1500" dirty="0"/>
          </a:p>
        </p:txBody>
      </p:sp>
      <p:sp>
        <p:nvSpPr>
          <p:cNvPr id="10" name="Task 2 Heading"/>
          <p:cNvSpPr/>
          <p:nvPr/>
        </p:nvSpPr>
        <p:spPr>
          <a:xfrm>
            <a:off x="350196" y="5610965"/>
            <a:ext cx="1202216" cy="246650"/>
          </a:xfrm>
          <a:prstGeom prst="roundRect">
            <a:avLst>
              <a:gd name="adj" fmla="val 50000"/>
            </a:avLst>
          </a:prstGeom>
          <a:solidFill>
            <a:srgbClr val="3030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500" b="1" dirty="0">
                <a:solidFill>
                  <a:schemeClr val="bg1"/>
                </a:solidFill>
              </a:rPr>
              <a:t>Task 2</a:t>
            </a:r>
            <a:endParaRPr lang="ko-KR" altLang="en-US" sz="1500" b="1" dirty="0">
              <a:solidFill>
                <a:schemeClr val="bg1"/>
              </a:solidFill>
            </a:endParaRPr>
          </a:p>
        </p:txBody>
      </p:sp>
      <p:sp>
        <p:nvSpPr>
          <p:cNvPr id="5" name="Task 1 Text">
            <a:extLst>
              <a:ext uri="{FF2B5EF4-FFF2-40B4-BE49-F238E27FC236}">
                <a16:creationId xmlns:a16="http://schemas.microsoft.com/office/drawing/2014/main" id="{06131E9F-B8C2-0A44-A82A-9641296AD677}"/>
              </a:ext>
            </a:extLst>
          </p:cNvPr>
          <p:cNvSpPr/>
          <p:nvPr/>
        </p:nvSpPr>
        <p:spPr>
          <a:xfrm>
            <a:off x="350195" y="1700380"/>
            <a:ext cx="6476696"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6" name="Task 1 Directions">
            <a:extLst>
              <a:ext uri="{FF2B5EF4-FFF2-40B4-BE49-F238E27FC236}">
                <a16:creationId xmlns:a16="http://schemas.microsoft.com/office/drawing/2014/main" id="{FCB5E974-83B1-2769-F33E-06CF29DA9380}"/>
              </a:ext>
            </a:extLst>
          </p:cNvPr>
          <p:cNvSpPr txBox="1"/>
          <p:nvPr/>
        </p:nvSpPr>
        <p:spPr>
          <a:xfrm>
            <a:off x="1552412" y="1260599"/>
            <a:ext cx="5274479" cy="375404"/>
          </a:xfrm>
          <a:prstGeom prst="rect">
            <a:avLst/>
          </a:prstGeom>
          <a:noFill/>
          <a:ln w="6350">
            <a:noFill/>
          </a:ln>
          <a:effectLst/>
        </p:spPr>
        <p:txBody>
          <a:bodyPr wrap="square" lIns="95226" tIns="47613" rIns="95226" bIns="47613" rtlCol="0" anchor="t" anchorCtr="0">
            <a:noAutofit/>
          </a:bodyPr>
          <a:lstStyle/>
          <a:p>
            <a:r>
              <a:rPr lang="en-US" sz="1500" dirty="0"/>
              <a:t>Give details </a:t>
            </a:r>
            <a:r>
              <a:rPr lang="en-US" altLang="ko-KR" sz="1500" dirty="0"/>
              <a:t>here</a:t>
            </a:r>
            <a:endParaRPr lang="en-US" sz="1500" dirty="0"/>
          </a:p>
        </p:txBody>
      </p:sp>
      <p:sp>
        <p:nvSpPr>
          <p:cNvPr id="7" name="Task 1 Heading"/>
          <p:cNvSpPr/>
          <p:nvPr/>
        </p:nvSpPr>
        <p:spPr>
          <a:xfrm>
            <a:off x="350196" y="1324976"/>
            <a:ext cx="1202216" cy="246650"/>
          </a:xfrm>
          <a:prstGeom prst="roundRect">
            <a:avLst>
              <a:gd name="adj" fmla="val 50000"/>
            </a:avLst>
          </a:prstGeom>
          <a:solidFill>
            <a:srgbClr val="3030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500" b="1" dirty="0">
                <a:solidFill>
                  <a:schemeClr val="bg1"/>
                </a:solidFill>
              </a:rPr>
              <a:t>Task 1</a:t>
            </a:r>
            <a:endParaRPr lang="ko-KR" altLang="en-US" sz="1500" b="1" dirty="0">
              <a:solidFill>
                <a:schemeClr val="bg1"/>
              </a:solidFill>
            </a:endParaRPr>
          </a:p>
        </p:txBody>
      </p:sp>
    </p:spTree>
    <p:extLst>
      <p:ext uri="{BB962C8B-B14F-4D97-AF65-F5344CB8AC3E}">
        <p14:creationId xmlns:p14="http://schemas.microsoft.com/office/powerpoint/2010/main" val="329336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ligning Box 3">
            <a:extLst>
              <a:ext uri="{FF2B5EF4-FFF2-40B4-BE49-F238E27FC236}">
                <a16:creationId xmlns:a16="http://schemas.microsoft.com/office/drawing/2014/main" id="{86BA1CE6-FDE6-6FE8-CBE7-9D9CFB9B50D4}"/>
              </a:ext>
            </a:extLst>
          </p:cNvPr>
          <p:cNvSpPr/>
          <p:nvPr/>
        </p:nvSpPr>
        <p:spPr>
          <a:xfrm>
            <a:off x="350195" y="1636002"/>
            <a:ext cx="6476696" cy="81321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7792" tIns="43896" rIns="87792" bIns="43896" rtlCol="0" anchor="ctr"/>
          <a:lstStyle/>
          <a:p>
            <a:pPr algn="ctr"/>
            <a:r>
              <a:rPr lang="en-US" altLang="ko-KR" dirty="0">
                <a:solidFill>
                  <a:srgbClr val="FF0000"/>
                </a:solidFill>
              </a:rPr>
              <a:t>Use this box as a guide for aligning and delete after</a:t>
            </a:r>
            <a:endParaRPr lang="en-US" dirty="0">
              <a:solidFill>
                <a:srgbClr val="FF0000"/>
              </a:solidFill>
            </a:endParaRPr>
          </a:p>
        </p:txBody>
      </p:sp>
      <p:sp>
        <p:nvSpPr>
          <p:cNvPr id="5" name="Task 3 Text">
            <a:extLst>
              <a:ext uri="{FF2B5EF4-FFF2-40B4-BE49-F238E27FC236}">
                <a16:creationId xmlns:a16="http://schemas.microsoft.com/office/drawing/2014/main" id="{06131E9F-B8C2-0A44-A82A-9641296AD677}"/>
              </a:ext>
            </a:extLst>
          </p:cNvPr>
          <p:cNvSpPr/>
          <p:nvPr/>
        </p:nvSpPr>
        <p:spPr>
          <a:xfrm>
            <a:off x="350195" y="1700380"/>
            <a:ext cx="6476696"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6" name="Task 3 Directions">
            <a:extLst>
              <a:ext uri="{FF2B5EF4-FFF2-40B4-BE49-F238E27FC236}">
                <a16:creationId xmlns:a16="http://schemas.microsoft.com/office/drawing/2014/main" id="{FCB5E974-83B1-2769-F33E-06CF29DA9380}"/>
              </a:ext>
            </a:extLst>
          </p:cNvPr>
          <p:cNvSpPr txBox="1"/>
          <p:nvPr/>
        </p:nvSpPr>
        <p:spPr>
          <a:xfrm>
            <a:off x="1552412" y="1260599"/>
            <a:ext cx="5274479" cy="375404"/>
          </a:xfrm>
          <a:prstGeom prst="rect">
            <a:avLst/>
          </a:prstGeom>
          <a:noFill/>
          <a:ln w="6350">
            <a:noFill/>
          </a:ln>
          <a:effectLst/>
        </p:spPr>
        <p:txBody>
          <a:bodyPr wrap="square" lIns="95226" tIns="47613" rIns="95226" bIns="47613" rtlCol="0" anchor="t" anchorCtr="0">
            <a:noAutofit/>
          </a:bodyPr>
          <a:lstStyle/>
          <a:p>
            <a:r>
              <a:rPr lang="en-US" sz="1500" dirty="0"/>
              <a:t>Give details </a:t>
            </a:r>
            <a:r>
              <a:rPr lang="en-US" altLang="ko-KR" sz="1500" dirty="0"/>
              <a:t>here</a:t>
            </a:r>
            <a:endParaRPr lang="en-US" sz="1500" dirty="0"/>
          </a:p>
        </p:txBody>
      </p:sp>
      <p:sp>
        <p:nvSpPr>
          <p:cNvPr id="7" name="Task 3 Heading"/>
          <p:cNvSpPr/>
          <p:nvPr/>
        </p:nvSpPr>
        <p:spPr>
          <a:xfrm>
            <a:off x="350196" y="1324976"/>
            <a:ext cx="1202216" cy="246650"/>
          </a:xfrm>
          <a:prstGeom prst="roundRect">
            <a:avLst>
              <a:gd name="adj" fmla="val 50000"/>
            </a:avLst>
          </a:prstGeom>
          <a:solidFill>
            <a:srgbClr val="3030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500" b="1" dirty="0">
                <a:solidFill>
                  <a:schemeClr val="bg1"/>
                </a:solidFill>
              </a:rPr>
              <a:t>Task 3</a:t>
            </a:r>
            <a:endParaRPr lang="ko-KR" altLang="en-US" sz="1500" b="1" dirty="0">
              <a:solidFill>
                <a:schemeClr val="bg1"/>
              </a:solidFill>
            </a:endParaRPr>
          </a:p>
        </p:txBody>
      </p:sp>
    </p:spTree>
    <p:extLst>
      <p:ext uri="{BB962C8B-B14F-4D97-AF65-F5344CB8AC3E}">
        <p14:creationId xmlns:p14="http://schemas.microsoft.com/office/powerpoint/2010/main" val="278678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ligning Box">
            <a:extLst>
              <a:ext uri="{FF2B5EF4-FFF2-40B4-BE49-F238E27FC236}">
                <a16:creationId xmlns:a16="http://schemas.microsoft.com/office/drawing/2014/main" id="{86BA1CE6-FDE6-6FE8-CBE7-9D9CFB9B50D4}"/>
              </a:ext>
            </a:extLst>
          </p:cNvPr>
          <p:cNvSpPr/>
          <p:nvPr/>
        </p:nvSpPr>
        <p:spPr>
          <a:xfrm>
            <a:off x="350195" y="1636002"/>
            <a:ext cx="6476696" cy="81321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7792" tIns="43896" rIns="87792" bIns="43896" rtlCol="0" anchor="ctr"/>
          <a:lstStyle/>
          <a:p>
            <a:pPr algn="ctr"/>
            <a:r>
              <a:rPr lang="en-US" altLang="ko-KR" dirty="0">
                <a:solidFill>
                  <a:srgbClr val="FF0000"/>
                </a:solidFill>
              </a:rPr>
              <a:t>Use this box as a guide for aligning and delete after</a:t>
            </a:r>
            <a:endParaRPr lang="en-US" dirty="0">
              <a:solidFill>
                <a:srgbClr val="FF0000"/>
              </a:solidFill>
            </a:endParaRPr>
          </a:p>
        </p:txBody>
      </p:sp>
      <p:sp>
        <p:nvSpPr>
          <p:cNvPr id="8" name="Text">
            <a:extLst>
              <a:ext uri="{FF2B5EF4-FFF2-40B4-BE49-F238E27FC236}">
                <a16:creationId xmlns:a16="http://schemas.microsoft.com/office/drawing/2014/main" id="{06131E9F-B8C2-0A44-A82A-9641296AD677}"/>
              </a:ext>
            </a:extLst>
          </p:cNvPr>
          <p:cNvSpPr/>
          <p:nvPr/>
        </p:nvSpPr>
        <p:spPr>
          <a:xfrm>
            <a:off x="350195" y="1700380"/>
            <a:ext cx="6476696"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9" name="Directions">
            <a:extLst>
              <a:ext uri="{FF2B5EF4-FFF2-40B4-BE49-F238E27FC236}">
                <a16:creationId xmlns:a16="http://schemas.microsoft.com/office/drawing/2014/main" id="{FCB5E974-83B1-2769-F33E-06CF29DA9380}"/>
              </a:ext>
            </a:extLst>
          </p:cNvPr>
          <p:cNvSpPr txBox="1"/>
          <p:nvPr/>
        </p:nvSpPr>
        <p:spPr>
          <a:xfrm>
            <a:off x="1552412" y="1260599"/>
            <a:ext cx="5274479" cy="375404"/>
          </a:xfrm>
          <a:prstGeom prst="rect">
            <a:avLst/>
          </a:prstGeom>
          <a:noFill/>
          <a:ln w="6350">
            <a:noFill/>
          </a:ln>
          <a:effectLst/>
        </p:spPr>
        <p:txBody>
          <a:bodyPr wrap="square" lIns="95226" tIns="47613" rIns="95226" bIns="47613" rtlCol="0" anchor="t" anchorCtr="0">
            <a:noAutofit/>
          </a:bodyPr>
          <a:lstStyle/>
          <a:p>
            <a:r>
              <a:rPr lang="en-US" sz="1500" dirty="0"/>
              <a:t>Give details </a:t>
            </a:r>
            <a:r>
              <a:rPr lang="en-US" altLang="ko-KR" sz="1500" dirty="0"/>
              <a:t>here</a:t>
            </a:r>
            <a:endParaRPr lang="en-US" sz="1500" dirty="0"/>
          </a:p>
        </p:txBody>
      </p:sp>
      <p:sp>
        <p:nvSpPr>
          <p:cNvPr id="10" name="Directions Heading"/>
          <p:cNvSpPr/>
          <p:nvPr/>
        </p:nvSpPr>
        <p:spPr>
          <a:xfrm>
            <a:off x="350196" y="1324976"/>
            <a:ext cx="1202216" cy="246650"/>
          </a:xfrm>
          <a:prstGeom prst="roundRect">
            <a:avLst>
              <a:gd name="adj" fmla="val 50000"/>
            </a:avLst>
          </a:prstGeom>
          <a:solidFill>
            <a:srgbClr val="3030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500" b="1" dirty="0">
                <a:solidFill>
                  <a:schemeClr val="bg1"/>
                </a:solidFill>
              </a:rPr>
              <a:t>Directions</a:t>
            </a:r>
            <a:endParaRPr lang="ko-KR" altLang="en-US" sz="1500" b="1" dirty="0">
              <a:solidFill>
                <a:schemeClr val="bg1"/>
              </a:solidFill>
            </a:endParaRPr>
          </a:p>
        </p:txBody>
      </p:sp>
    </p:spTree>
    <p:extLst>
      <p:ext uri="{BB962C8B-B14F-4D97-AF65-F5344CB8AC3E}">
        <p14:creationId xmlns:p14="http://schemas.microsoft.com/office/powerpoint/2010/main" val="4118243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ligning Box">
            <a:extLst>
              <a:ext uri="{FF2B5EF4-FFF2-40B4-BE49-F238E27FC236}">
                <a16:creationId xmlns:a16="http://schemas.microsoft.com/office/drawing/2014/main" id="{86BA1CE6-FDE6-6FE8-CBE7-9D9CFB9B50D4}"/>
              </a:ext>
            </a:extLst>
          </p:cNvPr>
          <p:cNvSpPr/>
          <p:nvPr/>
        </p:nvSpPr>
        <p:spPr>
          <a:xfrm>
            <a:off x="350195" y="1636002"/>
            <a:ext cx="6476696" cy="81321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7792" tIns="43896" rIns="87792" bIns="43896" rtlCol="0" anchor="ctr"/>
          <a:lstStyle/>
          <a:p>
            <a:pPr algn="ctr"/>
            <a:r>
              <a:rPr lang="en-US" altLang="ko-KR" dirty="0">
                <a:solidFill>
                  <a:srgbClr val="FF0000"/>
                </a:solidFill>
              </a:rPr>
              <a:t>Use this box as a guide for aligning and delete after</a:t>
            </a:r>
            <a:endParaRPr lang="en-US" dirty="0">
              <a:solidFill>
                <a:srgbClr val="FF0000"/>
              </a:solidFill>
            </a:endParaRPr>
          </a:p>
        </p:txBody>
      </p:sp>
      <p:sp>
        <p:nvSpPr>
          <p:cNvPr id="8" name="Delete Note"/>
          <p:cNvSpPr/>
          <p:nvPr/>
        </p:nvSpPr>
        <p:spPr>
          <a:xfrm>
            <a:off x="1679385" y="4238115"/>
            <a:ext cx="3770694"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p>
        </p:txBody>
      </p:sp>
      <p:sp>
        <p:nvSpPr>
          <p:cNvPr id="9" name="Text">
            <a:extLst>
              <a:ext uri="{FF2B5EF4-FFF2-40B4-BE49-F238E27FC236}">
                <a16:creationId xmlns:a16="http://schemas.microsoft.com/office/drawing/2014/main" id="{06131E9F-B8C2-0A44-A82A-9641296AD677}"/>
              </a:ext>
            </a:extLst>
          </p:cNvPr>
          <p:cNvSpPr/>
          <p:nvPr/>
        </p:nvSpPr>
        <p:spPr>
          <a:xfrm>
            <a:off x="350195" y="1700380"/>
            <a:ext cx="6476696"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10" name="Directions">
            <a:extLst>
              <a:ext uri="{FF2B5EF4-FFF2-40B4-BE49-F238E27FC236}">
                <a16:creationId xmlns:a16="http://schemas.microsoft.com/office/drawing/2014/main" id="{FCB5E974-83B1-2769-F33E-06CF29DA9380}"/>
              </a:ext>
            </a:extLst>
          </p:cNvPr>
          <p:cNvSpPr txBox="1"/>
          <p:nvPr/>
        </p:nvSpPr>
        <p:spPr>
          <a:xfrm>
            <a:off x="1552412" y="1260599"/>
            <a:ext cx="5274479" cy="375404"/>
          </a:xfrm>
          <a:prstGeom prst="rect">
            <a:avLst/>
          </a:prstGeom>
          <a:noFill/>
          <a:ln w="6350">
            <a:noFill/>
          </a:ln>
          <a:effectLst/>
        </p:spPr>
        <p:txBody>
          <a:bodyPr wrap="square" lIns="95226" tIns="47613" rIns="95226" bIns="47613" rtlCol="0" anchor="t" anchorCtr="0">
            <a:noAutofit/>
          </a:bodyPr>
          <a:lstStyle/>
          <a:p>
            <a:r>
              <a:rPr lang="en-US" sz="1500" dirty="0"/>
              <a:t>Give details </a:t>
            </a:r>
            <a:r>
              <a:rPr lang="en-US" altLang="ko-KR" sz="1500" dirty="0"/>
              <a:t>here</a:t>
            </a:r>
            <a:endParaRPr lang="en-US" sz="1500" dirty="0"/>
          </a:p>
        </p:txBody>
      </p:sp>
      <p:sp>
        <p:nvSpPr>
          <p:cNvPr id="11" name="Directions Heading"/>
          <p:cNvSpPr/>
          <p:nvPr/>
        </p:nvSpPr>
        <p:spPr>
          <a:xfrm>
            <a:off x="350196" y="1324976"/>
            <a:ext cx="1202216" cy="246650"/>
          </a:xfrm>
          <a:prstGeom prst="roundRect">
            <a:avLst>
              <a:gd name="adj" fmla="val 50000"/>
            </a:avLst>
          </a:prstGeom>
          <a:solidFill>
            <a:srgbClr val="3030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500" b="1" dirty="0">
                <a:solidFill>
                  <a:schemeClr val="bg1"/>
                </a:solidFill>
              </a:rPr>
              <a:t>Directions</a:t>
            </a:r>
            <a:endParaRPr lang="ko-KR" altLang="en-US" sz="1500" b="1" dirty="0">
              <a:solidFill>
                <a:schemeClr val="bg1"/>
              </a:solidFill>
            </a:endParaRPr>
          </a:p>
        </p:txBody>
      </p:sp>
    </p:spTree>
    <p:extLst>
      <p:ext uri="{BB962C8B-B14F-4D97-AF65-F5344CB8AC3E}">
        <p14:creationId xmlns:p14="http://schemas.microsoft.com/office/powerpoint/2010/main" val="1893897694"/>
      </p:ext>
    </p:extLst>
  </p:cSld>
  <p:clrMapOvr>
    <a:masterClrMapping/>
  </p:clrMapOvr>
</p:sld>
</file>

<file path=ppt/theme/theme1.xml><?xml version="1.0" encoding="utf-8"?>
<a:theme xmlns:a="http://schemas.openxmlformats.org/drawingml/2006/main" name="Teacher Pag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udent Pag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1414</TotalTime>
  <Words>494</Words>
  <Application>Microsoft Office PowerPoint</Application>
  <PresentationFormat>Custom</PresentationFormat>
  <Paragraphs>121</Paragraphs>
  <Slides>9</Slides>
  <Notes>1</Notes>
  <HiddenSlides>0</HiddenSlides>
  <MMClips>0</MMClip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Teacher Pages</vt:lpstr>
      <vt:lpstr>Student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user</cp:lastModifiedBy>
  <cp:revision>122</cp:revision>
  <cp:lastPrinted>2025-06-04T07:13:57Z</cp:lastPrinted>
  <dcterms:created xsi:type="dcterms:W3CDTF">2020-07-13T16:37:53Z</dcterms:created>
  <dcterms:modified xsi:type="dcterms:W3CDTF">2026-01-23T03:42:02Z</dcterms:modified>
</cp:coreProperties>
</file>